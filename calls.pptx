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5" r:id="rId4"/>
    <p:sldId id="284" r:id="rId5"/>
    <p:sldId id="277" r:id="rId6"/>
    <p:sldId id="301" r:id="rId7"/>
    <p:sldId id="302" r:id="rId8"/>
    <p:sldId id="290" r:id="rId9"/>
    <p:sldId id="303" r:id="rId10"/>
    <p:sldId id="306" r:id="rId11"/>
    <p:sldId id="305" r:id="rId12"/>
    <p:sldId id="300" r:id="rId13"/>
    <p:sldId id="27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784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7" autoAdjust="0"/>
    <p:restoredTop sz="96314" autoAdjust="0"/>
  </p:normalViewPr>
  <p:slideViewPr>
    <p:cSldViewPr snapToGrid="0">
      <p:cViewPr>
        <p:scale>
          <a:sx n="100" d="100"/>
          <a:sy n="100" d="100"/>
        </p:scale>
        <p:origin x="192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2112318-F619-4488-8B6E-2F5F2426A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E8BEE6BB-9A5F-4E9F-9F1C-6D46BE01A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D2D9A51D-A948-4CB8-A9EB-5A26520C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2022-06-07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84374BBD-0B82-4658-B13D-088F0E4D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B1AAA67-696A-4836-A10B-FF164C3A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991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CC6958D-28E5-4CC8-8C48-52A02A1B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E8E03031-827B-4AC7-B564-384C16177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1C19838-69C9-49EB-9B51-549106E9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2022-06-07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3C26852C-90C9-4502-A697-363CF824C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F7509D0-CCBD-406A-9D4E-6845657B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6281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6CEF73EF-188B-4B17-B08F-D30E80C3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DD7DD2CA-F9BF-47A8-9D27-757556FD1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DE78A1FB-ABBF-480D-AC6C-9BB1AEF9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2022-06-07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384247E-1D11-4A19-BDDF-E157A205B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124EC815-B6FC-4BDE-910C-F8015ED4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9143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4DAEB91-29AA-4ACC-BDCF-960470FC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256B0E51-7DC0-45B6-8306-D8167F5CB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F7CB78CC-8798-4261-B4B1-60B4C5437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79594384-5734-4FC8-928A-E1641354A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2022-06-07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282301C0-6908-48C0-8957-C8B3F459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507DD8FE-7741-412F-947D-7A7079F4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02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BBD6DFD1-B640-4CC6-A759-6C7981C5C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25B2A237-7572-46BD-9502-829F6C0AD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81AE9732-B570-4506-BDA6-0AB39D453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A289407D-7DA6-4293-A426-38DF9B2116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F239549F-370A-4671-B1BB-79655CC6C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A86D9E62-97AA-41F8-B69B-6CD691CF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2022-06-07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F41D3FC0-561B-4DE4-AA99-9DB56EC6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AD0040F2-99C5-450C-9966-5D00290E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647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6E337C1-8281-4F6E-9A31-EBE388C3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00EA4B32-9135-4223-8DE6-887D2743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2022-06-07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9407FC83-8D70-48DB-8681-08CFD9C0D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A8FC15EC-BCCB-4B82-A94C-FABC63DF6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479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2B9F9692-5462-4439-80C8-B7E337FC9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2022-06-07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94CA042D-EBC0-437C-A819-521611A5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A2415CDA-0D1F-49BD-8381-21C3BEFD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455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2A6F10D4-8D29-48C2-ADF0-92316E2C8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BBBA3CD3-DE79-4260-873A-FEDE5C678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319C6BD2-52A1-4155-9D55-1D847772E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82A3511-0B13-4D97-937C-07365FBA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2022-06-07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54C805B4-20AF-4A3C-B131-E1D9FFBB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9C705FC-2895-472A-B6FD-C2434624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21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4C00D820-915B-4802-8C2E-FF7CA967E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10CF9849-20D0-417A-99C8-099DF3993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144A7754-54E7-4123-8C5E-1B05B517B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3AFFF3F1-9632-4E06-BAB7-31234341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2022-06-07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5F23D6B1-934F-4B4D-9E4F-5AE9E873C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B157FDD5-2092-4E16-8E7C-1CCA4719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0446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C43AEE1-28CA-46D2-81F5-CD34E4F9E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C738FEC2-4BF0-4A45-9297-EE9B2E45E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BEDBAD0-D342-4544-94B8-122B3BDBF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2022-06-07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1D70FE0D-ACBA-4806-9F35-4EB786E86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A7F3119A-4AE1-408F-B8AD-4428B006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769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F0B3D2AB-E650-41C2-B6FB-5398A5C19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992D6516-8F93-4221-97F7-E01D89EE5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D86CB26-A349-496A-B48B-A7B891172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2022-06-07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C2E726FD-A739-41D5-96BA-467036392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0FAE18D-FED5-4070-8B76-811D76CC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63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4C8B562-0886-4274-876D-59EFAAAE2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61799B9E-1CD2-4A09-9ACC-2FA1C62D7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42A0C5B4-9399-4A5E-8DEE-54436B1EC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2022-06-07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5B2B9FF-C0C5-4E9E-A76A-AF0745E2D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E8992FE0-2D01-4365-9F95-1FF838BCE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5733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F9DA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3158671" y="2276296"/>
            <a:ext cx="5994400" cy="2232388"/>
          </a:xfrm>
          <a:prstGeom prst="rect">
            <a:avLst/>
          </a:prstGeom>
          <a:solidFill>
            <a:srgbClr val="EFF3F6"/>
          </a:solidFill>
          <a:ln>
            <a:noFill/>
          </a:ln>
          <a:effectLst>
            <a:outerShdw blurRad="774700" dist="152400" dir="5400000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algn="ctr" latinLnBrk="0">
              <a:lnSpc>
                <a:spcPct val="150000"/>
              </a:lnSpc>
              <a:defRPr/>
            </a:pPr>
            <a:r>
              <a:rPr lang="ko-KR" altLang="en-US" sz="2500" b="1" kern="0" dirty="0" smtClean="0">
                <a:solidFill>
                  <a:srgbClr val="8E99A5"/>
                </a:solidFill>
                <a:latin typeface="HY견고딕" pitchFamily="18" charset="-127"/>
                <a:ea typeface="HY견고딕" pitchFamily="18" charset="-127"/>
              </a:rPr>
              <a:t>전화번호 다이어리 어플리케이션</a:t>
            </a:r>
            <a:endParaRPr lang="en-US" altLang="ko-KR" sz="2500" b="1" kern="0" dirty="0">
              <a:solidFill>
                <a:srgbClr val="8E99A5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158671" y="2276295"/>
            <a:ext cx="941560" cy="383415"/>
          </a:xfrm>
          <a:prstGeom prst="rect">
            <a:avLst/>
          </a:prstGeom>
          <a:solidFill>
            <a:srgbClr val="7784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8" name="그룹 37">
            <a:extLst>
              <a:ext uri="{FF2B5EF4-FFF2-40B4-BE49-F238E27FC236}">
                <a16:creationId xmlns="" xmlns:a16="http://schemas.microsoft.com/office/drawing/2014/main" id="{FB650653-64D2-403B-BC4A-F7742D2D5BB5}"/>
              </a:ext>
            </a:extLst>
          </p:cNvPr>
          <p:cNvGrpSpPr/>
          <p:nvPr/>
        </p:nvGrpSpPr>
        <p:grpSpPr>
          <a:xfrm>
            <a:off x="3273072" y="2375396"/>
            <a:ext cx="151448" cy="180648"/>
            <a:chOff x="5199725" y="1785802"/>
            <a:chExt cx="1768077" cy="2108976"/>
          </a:xfrm>
          <a:solidFill>
            <a:schemeClr val="bg1"/>
          </a:solidFill>
        </p:grpSpPr>
        <p:sp>
          <p:nvSpPr>
            <p:cNvPr id="39" name="자유형: 도형 29">
              <a:extLst>
                <a:ext uri="{FF2B5EF4-FFF2-40B4-BE49-F238E27FC236}">
                  <a16:creationId xmlns="" xmlns:a16="http://schemas.microsoft.com/office/drawing/2014/main" id="{1D784B37-183E-423A-AE81-5CBAC8968CFB}"/>
                </a:ext>
              </a:extLst>
            </p:cNvPr>
            <p:cNvSpPr/>
            <p:nvPr/>
          </p:nvSpPr>
          <p:spPr>
            <a:xfrm rot="5400000" flipH="1">
              <a:off x="6516322" y="3440993"/>
              <a:ext cx="432896" cy="470061"/>
            </a:xfrm>
            <a:custGeom>
              <a:avLst/>
              <a:gdLst>
                <a:gd name="connsiteX0" fmla="*/ 432896 w 432896"/>
                <a:gd name="connsiteY0" fmla="*/ 19392 h 470061"/>
                <a:gd name="connsiteX1" fmla="*/ 432896 w 432896"/>
                <a:gd name="connsiteY1" fmla="*/ 0 h 470061"/>
                <a:gd name="connsiteX2" fmla="*/ 0 w 432896"/>
                <a:gd name="connsiteY2" fmla="*/ 0 h 470061"/>
                <a:gd name="connsiteX3" fmla="*/ 0 w 432896"/>
                <a:gd name="connsiteY3" fmla="*/ 470061 h 470061"/>
                <a:gd name="connsiteX4" fmla="*/ 24495 w 432896"/>
                <a:gd name="connsiteY4" fmla="*/ 419212 h 470061"/>
                <a:gd name="connsiteX5" fmla="*/ 416339 w 432896"/>
                <a:gd name="connsiteY5" fmla="*/ 27368 h 47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896" h="470061">
                  <a:moveTo>
                    <a:pt x="432896" y="19392"/>
                  </a:moveTo>
                  <a:lnTo>
                    <a:pt x="432896" y="0"/>
                  </a:lnTo>
                  <a:lnTo>
                    <a:pt x="0" y="0"/>
                  </a:lnTo>
                  <a:lnTo>
                    <a:pt x="0" y="470061"/>
                  </a:lnTo>
                  <a:lnTo>
                    <a:pt x="24495" y="419212"/>
                  </a:lnTo>
                  <a:cubicBezTo>
                    <a:pt x="114384" y="253742"/>
                    <a:pt x="250869" y="117257"/>
                    <a:pt x="416339" y="273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자유형: 도형 30">
              <a:extLst>
                <a:ext uri="{FF2B5EF4-FFF2-40B4-BE49-F238E27FC236}">
                  <a16:creationId xmlns="" xmlns:a16="http://schemas.microsoft.com/office/drawing/2014/main" id="{94E0D773-490A-4901-8E9C-E5A613CE5700}"/>
                </a:ext>
              </a:extLst>
            </p:cNvPr>
            <p:cNvSpPr/>
            <p:nvPr/>
          </p:nvSpPr>
          <p:spPr>
            <a:xfrm>
              <a:off x="5199725" y="1785802"/>
              <a:ext cx="824275" cy="2106670"/>
            </a:xfrm>
            <a:custGeom>
              <a:avLst/>
              <a:gdLst>
                <a:gd name="connsiteX0" fmla="*/ 0 w 824275"/>
                <a:gd name="connsiteY0" fmla="*/ 0 h 2106670"/>
                <a:gd name="connsiteX1" fmla="*/ 217180 w 824275"/>
                <a:gd name="connsiteY1" fmla="*/ 0 h 2106670"/>
                <a:gd name="connsiteX2" fmla="*/ 434360 w 824275"/>
                <a:gd name="connsiteY2" fmla="*/ 217180 h 2106670"/>
                <a:gd name="connsiteX3" fmla="*/ 434360 w 824275"/>
                <a:gd name="connsiteY3" fmla="*/ 343374 h 2106670"/>
                <a:gd name="connsiteX4" fmla="*/ 824275 w 824275"/>
                <a:gd name="connsiteY4" fmla="*/ 343374 h 2106670"/>
                <a:gd name="connsiteX5" fmla="*/ 824275 w 824275"/>
                <a:gd name="connsiteY5" fmla="*/ 775827 h 2106670"/>
                <a:gd name="connsiteX6" fmla="*/ 434360 w 824275"/>
                <a:gd name="connsiteY6" fmla="*/ 775827 h 2106670"/>
                <a:gd name="connsiteX7" fmla="*/ 434360 w 824275"/>
                <a:gd name="connsiteY7" fmla="*/ 1226458 h 2106670"/>
                <a:gd name="connsiteX8" fmla="*/ 794173 w 824275"/>
                <a:gd name="connsiteY8" fmla="*/ 1667934 h 2106670"/>
                <a:gd name="connsiteX9" fmla="*/ 824275 w 824275"/>
                <a:gd name="connsiteY9" fmla="*/ 1670969 h 2106670"/>
                <a:gd name="connsiteX10" fmla="*/ 824275 w 824275"/>
                <a:gd name="connsiteY10" fmla="*/ 2106670 h 2106670"/>
                <a:gd name="connsiteX11" fmla="*/ 800273 w 824275"/>
                <a:gd name="connsiteY11" fmla="*/ 2105533 h 2106670"/>
                <a:gd name="connsiteX12" fmla="*/ 6467 w 824275"/>
                <a:gd name="connsiteY12" fmla="*/ 1316749 h 2106670"/>
                <a:gd name="connsiteX13" fmla="*/ 2572 w 824275"/>
                <a:gd name="connsiteY13" fmla="*/ 1239630 h 2106670"/>
                <a:gd name="connsiteX14" fmla="*/ 0 w 824275"/>
                <a:gd name="connsiteY14" fmla="*/ 1239630 h 2106670"/>
                <a:gd name="connsiteX15" fmla="*/ 0 w 824275"/>
                <a:gd name="connsiteY15" fmla="*/ 0 h 210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24275" h="2106670">
                  <a:moveTo>
                    <a:pt x="0" y="0"/>
                  </a:moveTo>
                  <a:lnTo>
                    <a:pt x="217180" y="0"/>
                  </a:lnTo>
                  <a:cubicBezTo>
                    <a:pt x="337125" y="0"/>
                    <a:pt x="434360" y="97235"/>
                    <a:pt x="434360" y="217180"/>
                  </a:cubicBezTo>
                  <a:lnTo>
                    <a:pt x="434360" y="343374"/>
                  </a:lnTo>
                  <a:lnTo>
                    <a:pt x="824275" y="343374"/>
                  </a:lnTo>
                  <a:lnTo>
                    <a:pt x="824275" y="775827"/>
                  </a:lnTo>
                  <a:lnTo>
                    <a:pt x="434360" y="775827"/>
                  </a:lnTo>
                  <a:lnTo>
                    <a:pt x="434360" y="1226458"/>
                  </a:lnTo>
                  <a:cubicBezTo>
                    <a:pt x="434360" y="1444226"/>
                    <a:pt x="588828" y="1625914"/>
                    <a:pt x="794173" y="1667934"/>
                  </a:cubicBezTo>
                  <a:lnTo>
                    <a:pt x="824275" y="1670969"/>
                  </a:lnTo>
                  <a:lnTo>
                    <a:pt x="824275" y="2106670"/>
                  </a:lnTo>
                  <a:lnTo>
                    <a:pt x="800273" y="2105533"/>
                  </a:lnTo>
                  <a:cubicBezTo>
                    <a:pt x="382044" y="2065725"/>
                    <a:pt x="48863" y="1734219"/>
                    <a:pt x="6467" y="1316749"/>
                  </a:cubicBezTo>
                  <a:lnTo>
                    <a:pt x="2572" y="1239630"/>
                  </a:lnTo>
                  <a:lnTo>
                    <a:pt x="0" y="123963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31">
              <a:extLst>
                <a:ext uri="{FF2B5EF4-FFF2-40B4-BE49-F238E27FC236}">
                  <a16:creationId xmlns="" xmlns:a16="http://schemas.microsoft.com/office/drawing/2014/main" id="{7C5DC6AE-971C-4594-8164-1E2E41D6C6CE}"/>
                </a:ext>
              </a:extLst>
            </p:cNvPr>
            <p:cNvSpPr/>
            <p:nvPr/>
          </p:nvSpPr>
          <p:spPr>
            <a:xfrm>
              <a:off x="6096000" y="2129177"/>
              <a:ext cx="871802" cy="1765601"/>
            </a:xfrm>
            <a:custGeom>
              <a:avLst/>
              <a:gdLst>
                <a:gd name="connsiteX0" fmla="*/ 0 w 871802"/>
                <a:gd name="connsiteY0" fmla="*/ 0 h 1765601"/>
                <a:gd name="connsiteX1" fmla="*/ 4988 w 871802"/>
                <a:gd name="connsiteY1" fmla="*/ 0 h 1765601"/>
                <a:gd name="connsiteX2" fmla="*/ 4988 w 871802"/>
                <a:gd name="connsiteY2" fmla="*/ 822 h 1765601"/>
                <a:gd name="connsiteX3" fmla="*/ 79007 w 871802"/>
                <a:gd name="connsiteY3" fmla="*/ 4559 h 1765601"/>
                <a:gd name="connsiteX4" fmla="*/ 871802 w 871802"/>
                <a:gd name="connsiteY4" fmla="*/ 883085 h 1765601"/>
                <a:gd name="connsiteX5" fmla="*/ 79007 w 871802"/>
                <a:gd name="connsiteY5" fmla="*/ 1761611 h 1765601"/>
                <a:gd name="connsiteX6" fmla="*/ 0 w 871802"/>
                <a:gd name="connsiteY6" fmla="*/ 1765601 h 1765601"/>
                <a:gd name="connsiteX7" fmla="*/ 0 w 871802"/>
                <a:gd name="connsiteY7" fmla="*/ 1332578 h 1765601"/>
                <a:gd name="connsiteX8" fmla="*/ 79534 w 871802"/>
                <a:gd name="connsiteY8" fmla="*/ 1324560 h 1765601"/>
                <a:gd name="connsiteX9" fmla="*/ 439347 w 871802"/>
                <a:gd name="connsiteY9" fmla="*/ 883084 h 1765601"/>
                <a:gd name="connsiteX10" fmla="*/ 79534 w 871802"/>
                <a:gd name="connsiteY10" fmla="*/ 441608 h 1765601"/>
                <a:gd name="connsiteX11" fmla="*/ 0 w 871802"/>
                <a:gd name="connsiteY11" fmla="*/ 433591 h 1765601"/>
                <a:gd name="connsiteX12" fmla="*/ 0 w 871802"/>
                <a:gd name="connsiteY12" fmla="*/ 0 h 176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1802" h="1765601">
                  <a:moveTo>
                    <a:pt x="0" y="0"/>
                  </a:moveTo>
                  <a:lnTo>
                    <a:pt x="4988" y="0"/>
                  </a:lnTo>
                  <a:lnTo>
                    <a:pt x="4988" y="822"/>
                  </a:lnTo>
                  <a:lnTo>
                    <a:pt x="79007" y="4559"/>
                  </a:lnTo>
                  <a:cubicBezTo>
                    <a:pt x="524308" y="49782"/>
                    <a:pt x="871802" y="425853"/>
                    <a:pt x="871802" y="883085"/>
                  </a:cubicBezTo>
                  <a:cubicBezTo>
                    <a:pt x="871802" y="1340317"/>
                    <a:pt x="524308" y="1716388"/>
                    <a:pt x="79007" y="1761611"/>
                  </a:cubicBezTo>
                  <a:lnTo>
                    <a:pt x="0" y="1765601"/>
                  </a:lnTo>
                  <a:lnTo>
                    <a:pt x="0" y="1332578"/>
                  </a:lnTo>
                  <a:lnTo>
                    <a:pt x="79534" y="1324560"/>
                  </a:lnTo>
                  <a:cubicBezTo>
                    <a:pt x="284879" y="1282540"/>
                    <a:pt x="439347" y="1100852"/>
                    <a:pt x="439347" y="883084"/>
                  </a:cubicBezTo>
                  <a:cubicBezTo>
                    <a:pt x="439347" y="665317"/>
                    <a:pt x="284879" y="483628"/>
                    <a:pt x="79534" y="441608"/>
                  </a:cubicBezTo>
                  <a:lnTo>
                    <a:pt x="0" y="4335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42" name="직사각형 41"/>
          <p:cNvSpPr/>
          <p:nvPr/>
        </p:nvSpPr>
        <p:spPr>
          <a:xfrm flipH="1">
            <a:off x="3911388" y="2431727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 flipH="1">
            <a:off x="3911388" y="2462426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 flipH="1">
            <a:off x="3911388" y="2493125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이등변 삼각형 44"/>
          <p:cNvSpPr/>
          <p:nvPr/>
        </p:nvSpPr>
        <p:spPr>
          <a:xfrm rot="16200000" flipH="1">
            <a:off x="3836355" y="2448086"/>
            <a:ext cx="50148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098358" y="2276296"/>
            <a:ext cx="5054714" cy="383414"/>
          </a:xfrm>
          <a:prstGeom prst="rect">
            <a:avLst/>
          </a:prstGeom>
          <a:solidFill>
            <a:srgbClr val="8F9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ko-KR" altLang="en-US" sz="1000" b="1" dirty="0" err="1">
                <a:solidFill>
                  <a:prstClr val="white"/>
                </a:solidFill>
              </a:rPr>
              <a:t>컴퓨터정보과</a:t>
            </a:r>
            <a:r>
              <a:rPr lang="ko-KR" altLang="en-US" sz="1000" b="1" dirty="0">
                <a:solidFill>
                  <a:prstClr val="white"/>
                </a:solidFill>
              </a:rPr>
              <a:t> </a:t>
            </a:r>
            <a:r>
              <a:rPr lang="en-US" altLang="ko-KR" sz="1000" b="1" dirty="0">
                <a:solidFill>
                  <a:prstClr val="white"/>
                </a:solidFill>
              </a:rPr>
              <a:t>2 </a:t>
            </a:r>
            <a:r>
              <a:rPr lang="ko-KR" altLang="en-US" sz="1000" b="1" dirty="0">
                <a:solidFill>
                  <a:prstClr val="white"/>
                </a:solidFill>
              </a:rPr>
              <a:t>반 </a:t>
            </a:r>
            <a:r>
              <a:rPr lang="en-US" altLang="ko-KR" sz="1000" b="1" dirty="0">
                <a:solidFill>
                  <a:prstClr val="white"/>
                </a:solidFill>
              </a:rPr>
              <a:t>201923126 </a:t>
            </a:r>
            <a:r>
              <a:rPr lang="ko-KR" altLang="en-US" sz="1000" b="1" dirty="0">
                <a:solidFill>
                  <a:prstClr val="white"/>
                </a:solidFill>
              </a:rPr>
              <a:t>이태윤</a:t>
            </a:r>
            <a:endParaRPr lang="en-US" altLang="ko-KR" sz="1000" b="1" dirty="0">
              <a:solidFill>
                <a:prstClr val="white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 rot="16200000">
            <a:off x="6246795" y="2549478"/>
            <a:ext cx="25200" cy="195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692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389299"/>
          </a:xfrm>
          <a:prstGeom prst="rect">
            <a:avLst/>
          </a:prstGeom>
          <a:solidFill>
            <a:srgbClr val="7784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-1" y="389299"/>
            <a:ext cx="12191999" cy="6468701"/>
          </a:xfrm>
          <a:prstGeom prst="rect">
            <a:avLst/>
          </a:prstGeom>
          <a:solidFill>
            <a:srgbClr val="8F9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5423467"/>
              </p:ext>
            </p:extLst>
          </p:nvPr>
        </p:nvGraphicFramePr>
        <p:xfrm>
          <a:off x="0" y="423554"/>
          <a:ext cx="12192000" cy="8179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80430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2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INDEX</a:t>
                      </a:r>
                    </a:p>
                  </a:txBody>
                  <a:tcPr marL="150471" marR="150471" marT="75235" marB="7523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316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     ▤ 프로젝트 개요</a:t>
                      </a: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haroni" panose="02010803020104030203" pitchFamily="2" charset="-79"/>
                      </a:endParaRPr>
                    </a:p>
                  </a:txBody>
                  <a:tcPr marL="150471" marR="150471" marT="75235" marB="75235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316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     ▤ 데이터베이스</a:t>
                      </a: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haroni" panose="02010803020104030203" pitchFamily="2" charset="-79"/>
                      </a:endParaRPr>
                    </a:p>
                  </a:txBody>
                  <a:tcPr marL="150471" marR="150471" marT="75235" marB="7523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8316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     ▤ 화면 </a:t>
                      </a:r>
                      <a:r>
                        <a:rPr kumimoji="0" lang="en-US" altLang="ko-KR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UI </a:t>
                      </a:r>
                      <a:r>
                        <a:rPr kumimoji="0" lang="ko-KR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구성</a:t>
                      </a:r>
                    </a:p>
                  </a:txBody>
                  <a:tcPr marL="150471" marR="150471" marT="75235" marB="7523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8316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     ▤ 주요코드</a:t>
                      </a: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haroni" panose="02010803020104030203" pitchFamily="2" charset="-79"/>
                      </a:endParaRPr>
                    </a:p>
                  </a:txBody>
                  <a:tcPr marL="150471" marR="150471" marT="75235" marB="7523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8316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     ▤ 참고 자료</a:t>
                      </a:r>
                    </a:p>
                  </a:txBody>
                  <a:tcPr marL="150471" marR="150471" marT="75235" marB="7523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56992229"/>
                  </a:ext>
                </a:extLst>
              </a:tr>
              <a:tr h="3217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    </a:t>
                      </a: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haroni" panose="02010803020104030203" pitchFamily="2" charset="-79"/>
                      </a:endParaRPr>
                    </a:p>
                  </a:txBody>
                  <a:tcPr marL="150471" marR="150471" marT="75235" marB="7523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532013740"/>
                  </a:ext>
                </a:extLst>
              </a:tr>
            </a:tbl>
          </a:graphicData>
        </a:graphic>
      </p:graphicFrame>
      <p:grpSp>
        <p:nvGrpSpPr>
          <p:cNvPr id="38" name="그룹 37">
            <a:extLst>
              <a:ext uri="{FF2B5EF4-FFF2-40B4-BE49-F238E27FC236}">
                <a16:creationId xmlns="" xmlns:a16="http://schemas.microsoft.com/office/drawing/2014/main" id="{FB650653-64D2-403B-BC4A-F7742D2D5BB5}"/>
              </a:ext>
            </a:extLst>
          </p:cNvPr>
          <p:cNvGrpSpPr/>
          <p:nvPr/>
        </p:nvGrpSpPr>
        <p:grpSpPr>
          <a:xfrm>
            <a:off x="114401" y="99101"/>
            <a:ext cx="151448" cy="180648"/>
            <a:chOff x="5199725" y="1785802"/>
            <a:chExt cx="1768077" cy="2108976"/>
          </a:xfrm>
          <a:solidFill>
            <a:schemeClr val="bg1"/>
          </a:solidFill>
        </p:grpSpPr>
        <p:sp>
          <p:nvSpPr>
            <p:cNvPr id="39" name="자유형: 도형 29">
              <a:extLst>
                <a:ext uri="{FF2B5EF4-FFF2-40B4-BE49-F238E27FC236}">
                  <a16:creationId xmlns="" xmlns:a16="http://schemas.microsoft.com/office/drawing/2014/main" id="{1D784B37-183E-423A-AE81-5CBAC8968CFB}"/>
                </a:ext>
              </a:extLst>
            </p:cNvPr>
            <p:cNvSpPr/>
            <p:nvPr/>
          </p:nvSpPr>
          <p:spPr>
            <a:xfrm rot="5400000" flipH="1">
              <a:off x="6516322" y="3440993"/>
              <a:ext cx="432896" cy="470061"/>
            </a:xfrm>
            <a:custGeom>
              <a:avLst/>
              <a:gdLst>
                <a:gd name="connsiteX0" fmla="*/ 432896 w 432896"/>
                <a:gd name="connsiteY0" fmla="*/ 19392 h 470061"/>
                <a:gd name="connsiteX1" fmla="*/ 432896 w 432896"/>
                <a:gd name="connsiteY1" fmla="*/ 0 h 470061"/>
                <a:gd name="connsiteX2" fmla="*/ 0 w 432896"/>
                <a:gd name="connsiteY2" fmla="*/ 0 h 470061"/>
                <a:gd name="connsiteX3" fmla="*/ 0 w 432896"/>
                <a:gd name="connsiteY3" fmla="*/ 470061 h 470061"/>
                <a:gd name="connsiteX4" fmla="*/ 24495 w 432896"/>
                <a:gd name="connsiteY4" fmla="*/ 419212 h 470061"/>
                <a:gd name="connsiteX5" fmla="*/ 416339 w 432896"/>
                <a:gd name="connsiteY5" fmla="*/ 27368 h 47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896" h="470061">
                  <a:moveTo>
                    <a:pt x="432896" y="19392"/>
                  </a:moveTo>
                  <a:lnTo>
                    <a:pt x="432896" y="0"/>
                  </a:lnTo>
                  <a:lnTo>
                    <a:pt x="0" y="0"/>
                  </a:lnTo>
                  <a:lnTo>
                    <a:pt x="0" y="470061"/>
                  </a:lnTo>
                  <a:lnTo>
                    <a:pt x="24495" y="419212"/>
                  </a:lnTo>
                  <a:cubicBezTo>
                    <a:pt x="114384" y="253742"/>
                    <a:pt x="250869" y="117257"/>
                    <a:pt x="416339" y="273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자유형: 도형 30">
              <a:extLst>
                <a:ext uri="{FF2B5EF4-FFF2-40B4-BE49-F238E27FC236}">
                  <a16:creationId xmlns="" xmlns:a16="http://schemas.microsoft.com/office/drawing/2014/main" id="{94E0D773-490A-4901-8E9C-E5A613CE5700}"/>
                </a:ext>
              </a:extLst>
            </p:cNvPr>
            <p:cNvSpPr/>
            <p:nvPr/>
          </p:nvSpPr>
          <p:spPr>
            <a:xfrm>
              <a:off x="5199725" y="1785802"/>
              <a:ext cx="824275" cy="2106670"/>
            </a:xfrm>
            <a:custGeom>
              <a:avLst/>
              <a:gdLst>
                <a:gd name="connsiteX0" fmla="*/ 0 w 824275"/>
                <a:gd name="connsiteY0" fmla="*/ 0 h 2106670"/>
                <a:gd name="connsiteX1" fmla="*/ 217180 w 824275"/>
                <a:gd name="connsiteY1" fmla="*/ 0 h 2106670"/>
                <a:gd name="connsiteX2" fmla="*/ 434360 w 824275"/>
                <a:gd name="connsiteY2" fmla="*/ 217180 h 2106670"/>
                <a:gd name="connsiteX3" fmla="*/ 434360 w 824275"/>
                <a:gd name="connsiteY3" fmla="*/ 343374 h 2106670"/>
                <a:gd name="connsiteX4" fmla="*/ 824275 w 824275"/>
                <a:gd name="connsiteY4" fmla="*/ 343374 h 2106670"/>
                <a:gd name="connsiteX5" fmla="*/ 824275 w 824275"/>
                <a:gd name="connsiteY5" fmla="*/ 775827 h 2106670"/>
                <a:gd name="connsiteX6" fmla="*/ 434360 w 824275"/>
                <a:gd name="connsiteY6" fmla="*/ 775827 h 2106670"/>
                <a:gd name="connsiteX7" fmla="*/ 434360 w 824275"/>
                <a:gd name="connsiteY7" fmla="*/ 1226458 h 2106670"/>
                <a:gd name="connsiteX8" fmla="*/ 794173 w 824275"/>
                <a:gd name="connsiteY8" fmla="*/ 1667934 h 2106670"/>
                <a:gd name="connsiteX9" fmla="*/ 824275 w 824275"/>
                <a:gd name="connsiteY9" fmla="*/ 1670969 h 2106670"/>
                <a:gd name="connsiteX10" fmla="*/ 824275 w 824275"/>
                <a:gd name="connsiteY10" fmla="*/ 2106670 h 2106670"/>
                <a:gd name="connsiteX11" fmla="*/ 800273 w 824275"/>
                <a:gd name="connsiteY11" fmla="*/ 2105533 h 2106670"/>
                <a:gd name="connsiteX12" fmla="*/ 6467 w 824275"/>
                <a:gd name="connsiteY12" fmla="*/ 1316749 h 2106670"/>
                <a:gd name="connsiteX13" fmla="*/ 2572 w 824275"/>
                <a:gd name="connsiteY13" fmla="*/ 1239630 h 2106670"/>
                <a:gd name="connsiteX14" fmla="*/ 0 w 824275"/>
                <a:gd name="connsiteY14" fmla="*/ 1239630 h 2106670"/>
                <a:gd name="connsiteX15" fmla="*/ 0 w 824275"/>
                <a:gd name="connsiteY15" fmla="*/ 0 h 210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24275" h="2106670">
                  <a:moveTo>
                    <a:pt x="0" y="0"/>
                  </a:moveTo>
                  <a:lnTo>
                    <a:pt x="217180" y="0"/>
                  </a:lnTo>
                  <a:cubicBezTo>
                    <a:pt x="337125" y="0"/>
                    <a:pt x="434360" y="97235"/>
                    <a:pt x="434360" y="217180"/>
                  </a:cubicBezTo>
                  <a:lnTo>
                    <a:pt x="434360" y="343374"/>
                  </a:lnTo>
                  <a:lnTo>
                    <a:pt x="824275" y="343374"/>
                  </a:lnTo>
                  <a:lnTo>
                    <a:pt x="824275" y="775827"/>
                  </a:lnTo>
                  <a:lnTo>
                    <a:pt x="434360" y="775827"/>
                  </a:lnTo>
                  <a:lnTo>
                    <a:pt x="434360" y="1226458"/>
                  </a:lnTo>
                  <a:cubicBezTo>
                    <a:pt x="434360" y="1444226"/>
                    <a:pt x="588828" y="1625914"/>
                    <a:pt x="794173" y="1667934"/>
                  </a:cubicBezTo>
                  <a:lnTo>
                    <a:pt x="824275" y="1670969"/>
                  </a:lnTo>
                  <a:lnTo>
                    <a:pt x="824275" y="2106670"/>
                  </a:lnTo>
                  <a:lnTo>
                    <a:pt x="800273" y="2105533"/>
                  </a:lnTo>
                  <a:cubicBezTo>
                    <a:pt x="382044" y="2065725"/>
                    <a:pt x="48863" y="1734219"/>
                    <a:pt x="6467" y="1316749"/>
                  </a:cubicBezTo>
                  <a:lnTo>
                    <a:pt x="2572" y="1239630"/>
                  </a:lnTo>
                  <a:lnTo>
                    <a:pt x="0" y="123963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31">
              <a:extLst>
                <a:ext uri="{FF2B5EF4-FFF2-40B4-BE49-F238E27FC236}">
                  <a16:creationId xmlns="" xmlns:a16="http://schemas.microsoft.com/office/drawing/2014/main" id="{7C5DC6AE-971C-4594-8164-1E2E41D6C6CE}"/>
                </a:ext>
              </a:extLst>
            </p:cNvPr>
            <p:cNvSpPr/>
            <p:nvPr/>
          </p:nvSpPr>
          <p:spPr>
            <a:xfrm>
              <a:off x="6096000" y="2129177"/>
              <a:ext cx="871802" cy="1765601"/>
            </a:xfrm>
            <a:custGeom>
              <a:avLst/>
              <a:gdLst>
                <a:gd name="connsiteX0" fmla="*/ 0 w 871802"/>
                <a:gd name="connsiteY0" fmla="*/ 0 h 1765601"/>
                <a:gd name="connsiteX1" fmla="*/ 4988 w 871802"/>
                <a:gd name="connsiteY1" fmla="*/ 0 h 1765601"/>
                <a:gd name="connsiteX2" fmla="*/ 4988 w 871802"/>
                <a:gd name="connsiteY2" fmla="*/ 822 h 1765601"/>
                <a:gd name="connsiteX3" fmla="*/ 79007 w 871802"/>
                <a:gd name="connsiteY3" fmla="*/ 4559 h 1765601"/>
                <a:gd name="connsiteX4" fmla="*/ 871802 w 871802"/>
                <a:gd name="connsiteY4" fmla="*/ 883085 h 1765601"/>
                <a:gd name="connsiteX5" fmla="*/ 79007 w 871802"/>
                <a:gd name="connsiteY5" fmla="*/ 1761611 h 1765601"/>
                <a:gd name="connsiteX6" fmla="*/ 0 w 871802"/>
                <a:gd name="connsiteY6" fmla="*/ 1765601 h 1765601"/>
                <a:gd name="connsiteX7" fmla="*/ 0 w 871802"/>
                <a:gd name="connsiteY7" fmla="*/ 1332578 h 1765601"/>
                <a:gd name="connsiteX8" fmla="*/ 79534 w 871802"/>
                <a:gd name="connsiteY8" fmla="*/ 1324560 h 1765601"/>
                <a:gd name="connsiteX9" fmla="*/ 439347 w 871802"/>
                <a:gd name="connsiteY9" fmla="*/ 883084 h 1765601"/>
                <a:gd name="connsiteX10" fmla="*/ 79534 w 871802"/>
                <a:gd name="connsiteY10" fmla="*/ 441608 h 1765601"/>
                <a:gd name="connsiteX11" fmla="*/ 0 w 871802"/>
                <a:gd name="connsiteY11" fmla="*/ 433591 h 1765601"/>
                <a:gd name="connsiteX12" fmla="*/ 0 w 871802"/>
                <a:gd name="connsiteY12" fmla="*/ 0 h 176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1802" h="1765601">
                  <a:moveTo>
                    <a:pt x="0" y="0"/>
                  </a:moveTo>
                  <a:lnTo>
                    <a:pt x="4988" y="0"/>
                  </a:lnTo>
                  <a:lnTo>
                    <a:pt x="4988" y="822"/>
                  </a:lnTo>
                  <a:lnTo>
                    <a:pt x="79007" y="4559"/>
                  </a:lnTo>
                  <a:cubicBezTo>
                    <a:pt x="524308" y="49782"/>
                    <a:pt x="871802" y="425853"/>
                    <a:pt x="871802" y="883085"/>
                  </a:cubicBezTo>
                  <a:cubicBezTo>
                    <a:pt x="871802" y="1340317"/>
                    <a:pt x="524308" y="1716388"/>
                    <a:pt x="79007" y="1761611"/>
                  </a:cubicBezTo>
                  <a:lnTo>
                    <a:pt x="0" y="1765601"/>
                  </a:lnTo>
                  <a:lnTo>
                    <a:pt x="0" y="1332578"/>
                  </a:lnTo>
                  <a:lnTo>
                    <a:pt x="79534" y="1324560"/>
                  </a:lnTo>
                  <a:cubicBezTo>
                    <a:pt x="284879" y="1282540"/>
                    <a:pt x="439347" y="1100852"/>
                    <a:pt x="439347" y="883084"/>
                  </a:cubicBezTo>
                  <a:cubicBezTo>
                    <a:pt x="439347" y="665317"/>
                    <a:pt x="284879" y="483628"/>
                    <a:pt x="79534" y="441608"/>
                  </a:cubicBezTo>
                  <a:lnTo>
                    <a:pt x="0" y="4335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-1587" y="1647825"/>
            <a:ext cx="25200" cy="195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 flipH="1">
            <a:off x="752717" y="155432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 flipH="1">
            <a:off x="752717" y="186131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 flipH="1">
            <a:off x="752717" y="216830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이등변 삼각형 44"/>
          <p:cNvSpPr/>
          <p:nvPr/>
        </p:nvSpPr>
        <p:spPr>
          <a:xfrm rot="16200000" flipH="1">
            <a:off x="677684" y="171791"/>
            <a:ext cx="50148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679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941560" y="0"/>
            <a:ext cx="11250440" cy="389299"/>
          </a:xfrm>
          <a:prstGeom prst="rect">
            <a:avLst/>
          </a:prstGeom>
          <a:solidFill>
            <a:srgbClr val="EFF3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latinLnBrk="0">
              <a:defRPr/>
            </a:pPr>
            <a:r>
              <a:rPr lang="ko-KR" altLang="en-US" sz="1400" b="1" i="1" kern="0" dirty="0">
                <a:solidFill>
                  <a:srgbClr val="8E99A5"/>
                </a:solidFill>
              </a:rPr>
              <a:t>프로젝트 개요</a:t>
            </a:r>
            <a:endParaRPr lang="en-US" altLang="ko-KR" sz="1400" i="1" kern="0" dirty="0">
              <a:solidFill>
                <a:srgbClr val="8E99A5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41560" cy="389299"/>
          </a:xfrm>
          <a:prstGeom prst="rect">
            <a:avLst/>
          </a:prstGeom>
          <a:solidFill>
            <a:srgbClr val="7784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389299"/>
            <a:ext cx="941560" cy="6468701"/>
          </a:xfrm>
          <a:prstGeom prst="rect">
            <a:avLst/>
          </a:prstGeom>
          <a:solidFill>
            <a:srgbClr val="8F9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144945"/>
              </p:ext>
            </p:extLst>
          </p:nvPr>
        </p:nvGraphicFramePr>
        <p:xfrm>
          <a:off x="0" y="423555"/>
          <a:ext cx="94156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5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INDEX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프로젝트 개요</a:t>
                      </a:r>
                      <a:endParaRPr kumimoji="0" lang="en-US" altLang="ko-KR" sz="7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haroni" panose="02010803020104030203" pitchFamily="2" charset="-79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데이터베이스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화면 </a:t>
                      </a: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UI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구성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주요코드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54660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참고 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691230201"/>
                  </a:ext>
                </a:extLst>
              </a:tr>
              <a:tr h="1483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B2BCC6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2" name="그룹 31"/>
          <p:cNvGrpSpPr/>
          <p:nvPr/>
        </p:nvGrpSpPr>
        <p:grpSpPr>
          <a:xfrm>
            <a:off x="1220012" y="102987"/>
            <a:ext cx="165171" cy="201499"/>
            <a:chOff x="5638844" y="549275"/>
            <a:chExt cx="234693" cy="286312"/>
          </a:xfrm>
          <a:solidFill>
            <a:srgbClr val="8E99A5"/>
          </a:solidFill>
        </p:grpSpPr>
        <p:sp>
          <p:nvSpPr>
            <p:cNvPr id="33" name="원형: 비어 있음 8">
              <a:extLst>
                <a:ext uri="{FF2B5EF4-FFF2-40B4-BE49-F238E27FC236}">
                  <a16:creationId xmlns="" xmlns:a16="http://schemas.microsoft.com/office/drawing/2014/main" id="{24691D8F-A34D-4208-B337-BFB0C227FEB9}"/>
                </a:ext>
              </a:extLst>
            </p:cNvPr>
            <p:cNvSpPr/>
            <p:nvPr/>
          </p:nvSpPr>
          <p:spPr>
            <a:xfrm>
              <a:off x="5638844" y="549275"/>
              <a:ext cx="209550" cy="209550"/>
            </a:xfrm>
            <a:prstGeom prst="donut">
              <a:avLst>
                <a:gd name="adj" fmla="val 147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사각형: 둥근 모서리 10">
              <a:extLst>
                <a:ext uri="{FF2B5EF4-FFF2-40B4-BE49-F238E27FC236}">
                  <a16:creationId xmlns="" xmlns:a16="http://schemas.microsoft.com/office/drawing/2014/main" id="{5EF75DE8-682B-4DB3-B8F5-10BD07C33A06}"/>
                </a:ext>
              </a:extLst>
            </p:cNvPr>
            <p:cNvSpPr/>
            <p:nvPr/>
          </p:nvSpPr>
          <p:spPr>
            <a:xfrm rot="18900000">
              <a:off x="5837537" y="691587"/>
              <a:ext cx="36000" cy="144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="" xmlns:a16="http://schemas.microsoft.com/office/drawing/2014/main" id="{FB650653-64D2-403B-BC4A-F7742D2D5BB5}"/>
              </a:ext>
            </a:extLst>
          </p:cNvPr>
          <p:cNvGrpSpPr/>
          <p:nvPr/>
        </p:nvGrpSpPr>
        <p:grpSpPr>
          <a:xfrm>
            <a:off x="114401" y="99101"/>
            <a:ext cx="151448" cy="180648"/>
            <a:chOff x="5199725" y="1785802"/>
            <a:chExt cx="1768077" cy="2108976"/>
          </a:xfrm>
          <a:solidFill>
            <a:schemeClr val="bg1"/>
          </a:solidFill>
        </p:grpSpPr>
        <p:sp>
          <p:nvSpPr>
            <p:cNvPr id="39" name="자유형: 도형 29">
              <a:extLst>
                <a:ext uri="{FF2B5EF4-FFF2-40B4-BE49-F238E27FC236}">
                  <a16:creationId xmlns="" xmlns:a16="http://schemas.microsoft.com/office/drawing/2014/main" id="{1D784B37-183E-423A-AE81-5CBAC8968CFB}"/>
                </a:ext>
              </a:extLst>
            </p:cNvPr>
            <p:cNvSpPr/>
            <p:nvPr/>
          </p:nvSpPr>
          <p:spPr>
            <a:xfrm rot="5400000" flipH="1">
              <a:off x="6516322" y="3440993"/>
              <a:ext cx="432896" cy="470061"/>
            </a:xfrm>
            <a:custGeom>
              <a:avLst/>
              <a:gdLst>
                <a:gd name="connsiteX0" fmla="*/ 432896 w 432896"/>
                <a:gd name="connsiteY0" fmla="*/ 19392 h 470061"/>
                <a:gd name="connsiteX1" fmla="*/ 432896 w 432896"/>
                <a:gd name="connsiteY1" fmla="*/ 0 h 470061"/>
                <a:gd name="connsiteX2" fmla="*/ 0 w 432896"/>
                <a:gd name="connsiteY2" fmla="*/ 0 h 470061"/>
                <a:gd name="connsiteX3" fmla="*/ 0 w 432896"/>
                <a:gd name="connsiteY3" fmla="*/ 470061 h 470061"/>
                <a:gd name="connsiteX4" fmla="*/ 24495 w 432896"/>
                <a:gd name="connsiteY4" fmla="*/ 419212 h 470061"/>
                <a:gd name="connsiteX5" fmla="*/ 416339 w 432896"/>
                <a:gd name="connsiteY5" fmla="*/ 27368 h 47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896" h="470061">
                  <a:moveTo>
                    <a:pt x="432896" y="19392"/>
                  </a:moveTo>
                  <a:lnTo>
                    <a:pt x="432896" y="0"/>
                  </a:lnTo>
                  <a:lnTo>
                    <a:pt x="0" y="0"/>
                  </a:lnTo>
                  <a:lnTo>
                    <a:pt x="0" y="470061"/>
                  </a:lnTo>
                  <a:lnTo>
                    <a:pt x="24495" y="419212"/>
                  </a:lnTo>
                  <a:cubicBezTo>
                    <a:pt x="114384" y="253742"/>
                    <a:pt x="250869" y="117257"/>
                    <a:pt x="416339" y="273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자유형: 도형 30">
              <a:extLst>
                <a:ext uri="{FF2B5EF4-FFF2-40B4-BE49-F238E27FC236}">
                  <a16:creationId xmlns="" xmlns:a16="http://schemas.microsoft.com/office/drawing/2014/main" id="{94E0D773-490A-4901-8E9C-E5A613CE5700}"/>
                </a:ext>
              </a:extLst>
            </p:cNvPr>
            <p:cNvSpPr/>
            <p:nvPr/>
          </p:nvSpPr>
          <p:spPr>
            <a:xfrm>
              <a:off x="5199725" y="1785802"/>
              <a:ext cx="824275" cy="2106670"/>
            </a:xfrm>
            <a:custGeom>
              <a:avLst/>
              <a:gdLst>
                <a:gd name="connsiteX0" fmla="*/ 0 w 824275"/>
                <a:gd name="connsiteY0" fmla="*/ 0 h 2106670"/>
                <a:gd name="connsiteX1" fmla="*/ 217180 w 824275"/>
                <a:gd name="connsiteY1" fmla="*/ 0 h 2106670"/>
                <a:gd name="connsiteX2" fmla="*/ 434360 w 824275"/>
                <a:gd name="connsiteY2" fmla="*/ 217180 h 2106670"/>
                <a:gd name="connsiteX3" fmla="*/ 434360 w 824275"/>
                <a:gd name="connsiteY3" fmla="*/ 343374 h 2106670"/>
                <a:gd name="connsiteX4" fmla="*/ 824275 w 824275"/>
                <a:gd name="connsiteY4" fmla="*/ 343374 h 2106670"/>
                <a:gd name="connsiteX5" fmla="*/ 824275 w 824275"/>
                <a:gd name="connsiteY5" fmla="*/ 775827 h 2106670"/>
                <a:gd name="connsiteX6" fmla="*/ 434360 w 824275"/>
                <a:gd name="connsiteY6" fmla="*/ 775827 h 2106670"/>
                <a:gd name="connsiteX7" fmla="*/ 434360 w 824275"/>
                <a:gd name="connsiteY7" fmla="*/ 1226458 h 2106670"/>
                <a:gd name="connsiteX8" fmla="*/ 794173 w 824275"/>
                <a:gd name="connsiteY8" fmla="*/ 1667934 h 2106670"/>
                <a:gd name="connsiteX9" fmla="*/ 824275 w 824275"/>
                <a:gd name="connsiteY9" fmla="*/ 1670969 h 2106670"/>
                <a:gd name="connsiteX10" fmla="*/ 824275 w 824275"/>
                <a:gd name="connsiteY10" fmla="*/ 2106670 h 2106670"/>
                <a:gd name="connsiteX11" fmla="*/ 800273 w 824275"/>
                <a:gd name="connsiteY11" fmla="*/ 2105533 h 2106670"/>
                <a:gd name="connsiteX12" fmla="*/ 6467 w 824275"/>
                <a:gd name="connsiteY12" fmla="*/ 1316749 h 2106670"/>
                <a:gd name="connsiteX13" fmla="*/ 2572 w 824275"/>
                <a:gd name="connsiteY13" fmla="*/ 1239630 h 2106670"/>
                <a:gd name="connsiteX14" fmla="*/ 0 w 824275"/>
                <a:gd name="connsiteY14" fmla="*/ 1239630 h 2106670"/>
                <a:gd name="connsiteX15" fmla="*/ 0 w 824275"/>
                <a:gd name="connsiteY15" fmla="*/ 0 h 210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24275" h="2106670">
                  <a:moveTo>
                    <a:pt x="0" y="0"/>
                  </a:moveTo>
                  <a:lnTo>
                    <a:pt x="217180" y="0"/>
                  </a:lnTo>
                  <a:cubicBezTo>
                    <a:pt x="337125" y="0"/>
                    <a:pt x="434360" y="97235"/>
                    <a:pt x="434360" y="217180"/>
                  </a:cubicBezTo>
                  <a:lnTo>
                    <a:pt x="434360" y="343374"/>
                  </a:lnTo>
                  <a:lnTo>
                    <a:pt x="824275" y="343374"/>
                  </a:lnTo>
                  <a:lnTo>
                    <a:pt x="824275" y="775827"/>
                  </a:lnTo>
                  <a:lnTo>
                    <a:pt x="434360" y="775827"/>
                  </a:lnTo>
                  <a:lnTo>
                    <a:pt x="434360" y="1226458"/>
                  </a:lnTo>
                  <a:cubicBezTo>
                    <a:pt x="434360" y="1444226"/>
                    <a:pt x="588828" y="1625914"/>
                    <a:pt x="794173" y="1667934"/>
                  </a:cubicBezTo>
                  <a:lnTo>
                    <a:pt x="824275" y="1670969"/>
                  </a:lnTo>
                  <a:lnTo>
                    <a:pt x="824275" y="2106670"/>
                  </a:lnTo>
                  <a:lnTo>
                    <a:pt x="800273" y="2105533"/>
                  </a:lnTo>
                  <a:cubicBezTo>
                    <a:pt x="382044" y="2065725"/>
                    <a:pt x="48863" y="1734219"/>
                    <a:pt x="6467" y="1316749"/>
                  </a:cubicBezTo>
                  <a:lnTo>
                    <a:pt x="2572" y="1239630"/>
                  </a:lnTo>
                  <a:lnTo>
                    <a:pt x="0" y="123963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31">
              <a:extLst>
                <a:ext uri="{FF2B5EF4-FFF2-40B4-BE49-F238E27FC236}">
                  <a16:creationId xmlns="" xmlns:a16="http://schemas.microsoft.com/office/drawing/2014/main" id="{7C5DC6AE-971C-4594-8164-1E2E41D6C6CE}"/>
                </a:ext>
              </a:extLst>
            </p:cNvPr>
            <p:cNvSpPr/>
            <p:nvPr/>
          </p:nvSpPr>
          <p:spPr>
            <a:xfrm>
              <a:off x="6096000" y="2129177"/>
              <a:ext cx="871802" cy="1765601"/>
            </a:xfrm>
            <a:custGeom>
              <a:avLst/>
              <a:gdLst>
                <a:gd name="connsiteX0" fmla="*/ 0 w 871802"/>
                <a:gd name="connsiteY0" fmla="*/ 0 h 1765601"/>
                <a:gd name="connsiteX1" fmla="*/ 4988 w 871802"/>
                <a:gd name="connsiteY1" fmla="*/ 0 h 1765601"/>
                <a:gd name="connsiteX2" fmla="*/ 4988 w 871802"/>
                <a:gd name="connsiteY2" fmla="*/ 822 h 1765601"/>
                <a:gd name="connsiteX3" fmla="*/ 79007 w 871802"/>
                <a:gd name="connsiteY3" fmla="*/ 4559 h 1765601"/>
                <a:gd name="connsiteX4" fmla="*/ 871802 w 871802"/>
                <a:gd name="connsiteY4" fmla="*/ 883085 h 1765601"/>
                <a:gd name="connsiteX5" fmla="*/ 79007 w 871802"/>
                <a:gd name="connsiteY5" fmla="*/ 1761611 h 1765601"/>
                <a:gd name="connsiteX6" fmla="*/ 0 w 871802"/>
                <a:gd name="connsiteY6" fmla="*/ 1765601 h 1765601"/>
                <a:gd name="connsiteX7" fmla="*/ 0 w 871802"/>
                <a:gd name="connsiteY7" fmla="*/ 1332578 h 1765601"/>
                <a:gd name="connsiteX8" fmla="*/ 79534 w 871802"/>
                <a:gd name="connsiteY8" fmla="*/ 1324560 h 1765601"/>
                <a:gd name="connsiteX9" fmla="*/ 439347 w 871802"/>
                <a:gd name="connsiteY9" fmla="*/ 883084 h 1765601"/>
                <a:gd name="connsiteX10" fmla="*/ 79534 w 871802"/>
                <a:gd name="connsiteY10" fmla="*/ 441608 h 1765601"/>
                <a:gd name="connsiteX11" fmla="*/ 0 w 871802"/>
                <a:gd name="connsiteY11" fmla="*/ 433591 h 1765601"/>
                <a:gd name="connsiteX12" fmla="*/ 0 w 871802"/>
                <a:gd name="connsiteY12" fmla="*/ 0 h 176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1802" h="1765601">
                  <a:moveTo>
                    <a:pt x="0" y="0"/>
                  </a:moveTo>
                  <a:lnTo>
                    <a:pt x="4988" y="0"/>
                  </a:lnTo>
                  <a:lnTo>
                    <a:pt x="4988" y="822"/>
                  </a:lnTo>
                  <a:lnTo>
                    <a:pt x="79007" y="4559"/>
                  </a:lnTo>
                  <a:cubicBezTo>
                    <a:pt x="524308" y="49782"/>
                    <a:pt x="871802" y="425853"/>
                    <a:pt x="871802" y="883085"/>
                  </a:cubicBezTo>
                  <a:cubicBezTo>
                    <a:pt x="871802" y="1340317"/>
                    <a:pt x="524308" y="1716388"/>
                    <a:pt x="79007" y="1761611"/>
                  </a:cubicBezTo>
                  <a:lnTo>
                    <a:pt x="0" y="1765601"/>
                  </a:lnTo>
                  <a:lnTo>
                    <a:pt x="0" y="1332578"/>
                  </a:lnTo>
                  <a:lnTo>
                    <a:pt x="79534" y="1324560"/>
                  </a:lnTo>
                  <a:cubicBezTo>
                    <a:pt x="284879" y="1282540"/>
                    <a:pt x="439347" y="1100852"/>
                    <a:pt x="439347" y="883084"/>
                  </a:cubicBezTo>
                  <a:cubicBezTo>
                    <a:pt x="439347" y="665317"/>
                    <a:pt x="284879" y="483628"/>
                    <a:pt x="79534" y="441608"/>
                  </a:cubicBezTo>
                  <a:lnTo>
                    <a:pt x="0" y="4335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-1587" y="1647825"/>
            <a:ext cx="25200" cy="195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 flipH="1">
            <a:off x="752717" y="155432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 flipH="1">
            <a:off x="752717" y="186131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 flipH="1">
            <a:off x="752717" y="216830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이등변 삼각형 44"/>
          <p:cNvSpPr/>
          <p:nvPr/>
        </p:nvSpPr>
        <p:spPr>
          <a:xfrm rot="16200000" flipH="1">
            <a:off x="677684" y="171791"/>
            <a:ext cx="50148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="" xmlns:a16="http://schemas.microsoft.com/office/drawing/2014/main" id="{8618B414-D3B9-4401-B8A1-1975D347B00E}"/>
              </a:ext>
            </a:extLst>
          </p:cNvPr>
          <p:cNvSpPr/>
          <p:nvPr/>
        </p:nvSpPr>
        <p:spPr>
          <a:xfrm>
            <a:off x="1367488" y="598325"/>
            <a:ext cx="8843312" cy="37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778492"/>
                </a:solidFill>
              </a:rPr>
              <a:t>프로젝트 소개</a:t>
            </a:r>
            <a:r>
              <a:rPr lang="ko-KR" altLang="en-US" sz="1200" dirty="0">
                <a:solidFill>
                  <a:srgbClr val="778492"/>
                </a:solidFill>
              </a:rPr>
              <a:t>       </a:t>
            </a:r>
            <a:endParaRPr lang="en-US" altLang="ko-KR" sz="1200" dirty="0">
              <a:solidFill>
                <a:srgbClr val="778492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200" dirty="0">
              <a:solidFill>
                <a:srgbClr val="778492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 smtClean="0">
                <a:solidFill>
                  <a:srgbClr val="778492"/>
                </a:solidFill>
              </a:rPr>
              <a:t>전화번호 다이어리 어플리케이션은  </a:t>
            </a:r>
            <a:r>
              <a:rPr lang="en-US" altLang="ko-KR" sz="1400" dirty="0" smtClean="0">
                <a:solidFill>
                  <a:srgbClr val="778492"/>
                </a:solidFill>
              </a:rPr>
              <a:t>21</a:t>
            </a:r>
            <a:r>
              <a:rPr lang="ko-KR" altLang="en-US" sz="1400" dirty="0" smtClean="0">
                <a:solidFill>
                  <a:srgbClr val="778492"/>
                </a:solidFill>
              </a:rPr>
              <a:t>세기에는 거의 모든 사람이</a:t>
            </a:r>
            <a:endParaRPr lang="en-US" altLang="ko-KR" sz="1400" dirty="0" smtClean="0">
              <a:solidFill>
                <a:srgbClr val="778492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sz="1400" dirty="0" smtClean="0">
                <a:solidFill>
                  <a:srgbClr val="778492"/>
                </a:solidFill>
              </a:rPr>
              <a:t>1</a:t>
            </a:r>
            <a:r>
              <a:rPr lang="ko-KR" altLang="en-US" sz="1400" dirty="0" smtClean="0">
                <a:solidFill>
                  <a:srgbClr val="778492"/>
                </a:solidFill>
              </a:rPr>
              <a:t>대 이상의 전화기를 보유 하고 있다</a:t>
            </a:r>
            <a:r>
              <a:rPr lang="en-US" altLang="ko-KR" sz="1400" dirty="0" smtClean="0">
                <a:solidFill>
                  <a:srgbClr val="778492"/>
                </a:solidFill>
              </a:rPr>
              <a:t>. </a:t>
            </a:r>
            <a:r>
              <a:rPr lang="ko-KR" altLang="en-US" sz="1400" dirty="0" smtClean="0">
                <a:solidFill>
                  <a:srgbClr val="778492"/>
                </a:solidFill>
              </a:rPr>
              <a:t>또한 그에 맞는 전화기의 번호 또한 가지고 있는데</a:t>
            </a:r>
            <a:endParaRPr lang="en-US" altLang="ko-KR" sz="1400" dirty="0" smtClean="0">
              <a:solidFill>
                <a:srgbClr val="778492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400" dirty="0" smtClean="0">
                <a:solidFill>
                  <a:srgbClr val="778492"/>
                </a:solidFill>
              </a:rPr>
              <a:t>그 전화번호를 관리 할 수 있게 도와주는 어플리케이션이다</a:t>
            </a:r>
            <a:r>
              <a:rPr lang="en-US" altLang="ko-KR" sz="1400" dirty="0" smtClean="0">
                <a:solidFill>
                  <a:srgbClr val="778492"/>
                </a:solidFill>
              </a:rPr>
              <a:t>.</a:t>
            </a:r>
            <a:r>
              <a:rPr lang="ko-KR" altLang="en-US" sz="1400" dirty="0" smtClean="0">
                <a:solidFill>
                  <a:srgbClr val="778492"/>
                </a:solidFill>
              </a:rPr>
              <a:t> </a:t>
            </a:r>
            <a:endParaRPr lang="en-US" altLang="ko-KR" sz="1400" dirty="0" smtClean="0">
              <a:solidFill>
                <a:srgbClr val="7784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0996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941560" y="0"/>
            <a:ext cx="11250440" cy="389299"/>
          </a:xfrm>
          <a:prstGeom prst="rect">
            <a:avLst/>
          </a:prstGeom>
          <a:solidFill>
            <a:srgbClr val="EFF3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latinLnBrk="0">
              <a:defRPr/>
            </a:pPr>
            <a:r>
              <a:rPr lang="ko-KR" altLang="en-US" sz="1400" b="1" i="1" kern="0" dirty="0">
                <a:solidFill>
                  <a:srgbClr val="8E99A5"/>
                </a:solidFill>
              </a:rPr>
              <a:t>데이터베이스</a:t>
            </a:r>
            <a:endParaRPr lang="en-US" altLang="ko-KR" sz="1400" i="1" kern="0" dirty="0">
              <a:solidFill>
                <a:srgbClr val="8E99A5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41560" cy="389299"/>
          </a:xfrm>
          <a:prstGeom prst="rect">
            <a:avLst/>
          </a:prstGeom>
          <a:solidFill>
            <a:srgbClr val="7784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389299"/>
            <a:ext cx="941560" cy="6468701"/>
          </a:xfrm>
          <a:prstGeom prst="rect">
            <a:avLst/>
          </a:prstGeom>
          <a:solidFill>
            <a:srgbClr val="8F9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557525"/>
              </p:ext>
            </p:extLst>
          </p:nvPr>
        </p:nvGraphicFramePr>
        <p:xfrm>
          <a:off x="0" y="423555"/>
          <a:ext cx="94156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5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INDEX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프로젝트 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데이터베이스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화면 </a:t>
                      </a: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UI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구성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주요코드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54660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참고 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691230201"/>
                  </a:ext>
                </a:extLst>
              </a:tr>
              <a:tr h="1483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B2BCC6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2" name="그룹 31"/>
          <p:cNvGrpSpPr/>
          <p:nvPr/>
        </p:nvGrpSpPr>
        <p:grpSpPr>
          <a:xfrm>
            <a:off x="1220012" y="102987"/>
            <a:ext cx="165171" cy="201499"/>
            <a:chOff x="5638844" y="549275"/>
            <a:chExt cx="234693" cy="286312"/>
          </a:xfrm>
          <a:solidFill>
            <a:srgbClr val="8E99A5"/>
          </a:solidFill>
        </p:grpSpPr>
        <p:sp>
          <p:nvSpPr>
            <p:cNvPr id="33" name="원형: 비어 있음 8">
              <a:extLst>
                <a:ext uri="{FF2B5EF4-FFF2-40B4-BE49-F238E27FC236}">
                  <a16:creationId xmlns="" xmlns:a16="http://schemas.microsoft.com/office/drawing/2014/main" id="{24691D8F-A34D-4208-B337-BFB0C227FEB9}"/>
                </a:ext>
              </a:extLst>
            </p:cNvPr>
            <p:cNvSpPr/>
            <p:nvPr/>
          </p:nvSpPr>
          <p:spPr>
            <a:xfrm>
              <a:off x="5638844" y="549275"/>
              <a:ext cx="209550" cy="209550"/>
            </a:xfrm>
            <a:prstGeom prst="donut">
              <a:avLst>
                <a:gd name="adj" fmla="val 147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사각형: 둥근 모서리 10">
              <a:extLst>
                <a:ext uri="{FF2B5EF4-FFF2-40B4-BE49-F238E27FC236}">
                  <a16:creationId xmlns="" xmlns:a16="http://schemas.microsoft.com/office/drawing/2014/main" id="{5EF75DE8-682B-4DB3-B8F5-10BD07C33A06}"/>
                </a:ext>
              </a:extLst>
            </p:cNvPr>
            <p:cNvSpPr/>
            <p:nvPr/>
          </p:nvSpPr>
          <p:spPr>
            <a:xfrm rot="18900000">
              <a:off x="5837537" y="691587"/>
              <a:ext cx="36000" cy="144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="" xmlns:a16="http://schemas.microsoft.com/office/drawing/2014/main" id="{FB650653-64D2-403B-BC4A-F7742D2D5BB5}"/>
              </a:ext>
            </a:extLst>
          </p:cNvPr>
          <p:cNvGrpSpPr/>
          <p:nvPr/>
        </p:nvGrpSpPr>
        <p:grpSpPr>
          <a:xfrm>
            <a:off x="114401" y="99101"/>
            <a:ext cx="151448" cy="180648"/>
            <a:chOff x="5199725" y="1785802"/>
            <a:chExt cx="1768077" cy="2108976"/>
          </a:xfrm>
          <a:solidFill>
            <a:schemeClr val="bg1"/>
          </a:solidFill>
        </p:grpSpPr>
        <p:sp>
          <p:nvSpPr>
            <p:cNvPr id="39" name="자유형: 도형 29">
              <a:extLst>
                <a:ext uri="{FF2B5EF4-FFF2-40B4-BE49-F238E27FC236}">
                  <a16:creationId xmlns="" xmlns:a16="http://schemas.microsoft.com/office/drawing/2014/main" id="{1D784B37-183E-423A-AE81-5CBAC8968CFB}"/>
                </a:ext>
              </a:extLst>
            </p:cNvPr>
            <p:cNvSpPr/>
            <p:nvPr/>
          </p:nvSpPr>
          <p:spPr>
            <a:xfrm rot="5400000" flipH="1">
              <a:off x="6516322" y="3440993"/>
              <a:ext cx="432896" cy="470061"/>
            </a:xfrm>
            <a:custGeom>
              <a:avLst/>
              <a:gdLst>
                <a:gd name="connsiteX0" fmla="*/ 432896 w 432896"/>
                <a:gd name="connsiteY0" fmla="*/ 19392 h 470061"/>
                <a:gd name="connsiteX1" fmla="*/ 432896 w 432896"/>
                <a:gd name="connsiteY1" fmla="*/ 0 h 470061"/>
                <a:gd name="connsiteX2" fmla="*/ 0 w 432896"/>
                <a:gd name="connsiteY2" fmla="*/ 0 h 470061"/>
                <a:gd name="connsiteX3" fmla="*/ 0 w 432896"/>
                <a:gd name="connsiteY3" fmla="*/ 470061 h 470061"/>
                <a:gd name="connsiteX4" fmla="*/ 24495 w 432896"/>
                <a:gd name="connsiteY4" fmla="*/ 419212 h 470061"/>
                <a:gd name="connsiteX5" fmla="*/ 416339 w 432896"/>
                <a:gd name="connsiteY5" fmla="*/ 27368 h 47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896" h="470061">
                  <a:moveTo>
                    <a:pt x="432896" y="19392"/>
                  </a:moveTo>
                  <a:lnTo>
                    <a:pt x="432896" y="0"/>
                  </a:lnTo>
                  <a:lnTo>
                    <a:pt x="0" y="0"/>
                  </a:lnTo>
                  <a:lnTo>
                    <a:pt x="0" y="470061"/>
                  </a:lnTo>
                  <a:lnTo>
                    <a:pt x="24495" y="419212"/>
                  </a:lnTo>
                  <a:cubicBezTo>
                    <a:pt x="114384" y="253742"/>
                    <a:pt x="250869" y="117257"/>
                    <a:pt x="416339" y="273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자유형: 도형 30">
              <a:extLst>
                <a:ext uri="{FF2B5EF4-FFF2-40B4-BE49-F238E27FC236}">
                  <a16:creationId xmlns="" xmlns:a16="http://schemas.microsoft.com/office/drawing/2014/main" id="{94E0D773-490A-4901-8E9C-E5A613CE5700}"/>
                </a:ext>
              </a:extLst>
            </p:cNvPr>
            <p:cNvSpPr/>
            <p:nvPr/>
          </p:nvSpPr>
          <p:spPr>
            <a:xfrm>
              <a:off x="5199725" y="1785802"/>
              <a:ext cx="824275" cy="2106670"/>
            </a:xfrm>
            <a:custGeom>
              <a:avLst/>
              <a:gdLst>
                <a:gd name="connsiteX0" fmla="*/ 0 w 824275"/>
                <a:gd name="connsiteY0" fmla="*/ 0 h 2106670"/>
                <a:gd name="connsiteX1" fmla="*/ 217180 w 824275"/>
                <a:gd name="connsiteY1" fmla="*/ 0 h 2106670"/>
                <a:gd name="connsiteX2" fmla="*/ 434360 w 824275"/>
                <a:gd name="connsiteY2" fmla="*/ 217180 h 2106670"/>
                <a:gd name="connsiteX3" fmla="*/ 434360 w 824275"/>
                <a:gd name="connsiteY3" fmla="*/ 343374 h 2106670"/>
                <a:gd name="connsiteX4" fmla="*/ 824275 w 824275"/>
                <a:gd name="connsiteY4" fmla="*/ 343374 h 2106670"/>
                <a:gd name="connsiteX5" fmla="*/ 824275 w 824275"/>
                <a:gd name="connsiteY5" fmla="*/ 775827 h 2106670"/>
                <a:gd name="connsiteX6" fmla="*/ 434360 w 824275"/>
                <a:gd name="connsiteY6" fmla="*/ 775827 h 2106670"/>
                <a:gd name="connsiteX7" fmla="*/ 434360 w 824275"/>
                <a:gd name="connsiteY7" fmla="*/ 1226458 h 2106670"/>
                <a:gd name="connsiteX8" fmla="*/ 794173 w 824275"/>
                <a:gd name="connsiteY8" fmla="*/ 1667934 h 2106670"/>
                <a:gd name="connsiteX9" fmla="*/ 824275 w 824275"/>
                <a:gd name="connsiteY9" fmla="*/ 1670969 h 2106670"/>
                <a:gd name="connsiteX10" fmla="*/ 824275 w 824275"/>
                <a:gd name="connsiteY10" fmla="*/ 2106670 h 2106670"/>
                <a:gd name="connsiteX11" fmla="*/ 800273 w 824275"/>
                <a:gd name="connsiteY11" fmla="*/ 2105533 h 2106670"/>
                <a:gd name="connsiteX12" fmla="*/ 6467 w 824275"/>
                <a:gd name="connsiteY12" fmla="*/ 1316749 h 2106670"/>
                <a:gd name="connsiteX13" fmla="*/ 2572 w 824275"/>
                <a:gd name="connsiteY13" fmla="*/ 1239630 h 2106670"/>
                <a:gd name="connsiteX14" fmla="*/ 0 w 824275"/>
                <a:gd name="connsiteY14" fmla="*/ 1239630 h 2106670"/>
                <a:gd name="connsiteX15" fmla="*/ 0 w 824275"/>
                <a:gd name="connsiteY15" fmla="*/ 0 h 210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24275" h="2106670">
                  <a:moveTo>
                    <a:pt x="0" y="0"/>
                  </a:moveTo>
                  <a:lnTo>
                    <a:pt x="217180" y="0"/>
                  </a:lnTo>
                  <a:cubicBezTo>
                    <a:pt x="337125" y="0"/>
                    <a:pt x="434360" y="97235"/>
                    <a:pt x="434360" y="217180"/>
                  </a:cubicBezTo>
                  <a:lnTo>
                    <a:pt x="434360" y="343374"/>
                  </a:lnTo>
                  <a:lnTo>
                    <a:pt x="824275" y="343374"/>
                  </a:lnTo>
                  <a:lnTo>
                    <a:pt x="824275" y="775827"/>
                  </a:lnTo>
                  <a:lnTo>
                    <a:pt x="434360" y="775827"/>
                  </a:lnTo>
                  <a:lnTo>
                    <a:pt x="434360" y="1226458"/>
                  </a:lnTo>
                  <a:cubicBezTo>
                    <a:pt x="434360" y="1444226"/>
                    <a:pt x="588828" y="1625914"/>
                    <a:pt x="794173" y="1667934"/>
                  </a:cubicBezTo>
                  <a:lnTo>
                    <a:pt x="824275" y="1670969"/>
                  </a:lnTo>
                  <a:lnTo>
                    <a:pt x="824275" y="2106670"/>
                  </a:lnTo>
                  <a:lnTo>
                    <a:pt x="800273" y="2105533"/>
                  </a:lnTo>
                  <a:cubicBezTo>
                    <a:pt x="382044" y="2065725"/>
                    <a:pt x="48863" y="1734219"/>
                    <a:pt x="6467" y="1316749"/>
                  </a:cubicBezTo>
                  <a:lnTo>
                    <a:pt x="2572" y="1239630"/>
                  </a:lnTo>
                  <a:lnTo>
                    <a:pt x="0" y="123963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31">
              <a:extLst>
                <a:ext uri="{FF2B5EF4-FFF2-40B4-BE49-F238E27FC236}">
                  <a16:creationId xmlns="" xmlns:a16="http://schemas.microsoft.com/office/drawing/2014/main" id="{7C5DC6AE-971C-4594-8164-1E2E41D6C6CE}"/>
                </a:ext>
              </a:extLst>
            </p:cNvPr>
            <p:cNvSpPr/>
            <p:nvPr/>
          </p:nvSpPr>
          <p:spPr>
            <a:xfrm>
              <a:off x="6096000" y="2129177"/>
              <a:ext cx="871802" cy="1765601"/>
            </a:xfrm>
            <a:custGeom>
              <a:avLst/>
              <a:gdLst>
                <a:gd name="connsiteX0" fmla="*/ 0 w 871802"/>
                <a:gd name="connsiteY0" fmla="*/ 0 h 1765601"/>
                <a:gd name="connsiteX1" fmla="*/ 4988 w 871802"/>
                <a:gd name="connsiteY1" fmla="*/ 0 h 1765601"/>
                <a:gd name="connsiteX2" fmla="*/ 4988 w 871802"/>
                <a:gd name="connsiteY2" fmla="*/ 822 h 1765601"/>
                <a:gd name="connsiteX3" fmla="*/ 79007 w 871802"/>
                <a:gd name="connsiteY3" fmla="*/ 4559 h 1765601"/>
                <a:gd name="connsiteX4" fmla="*/ 871802 w 871802"/>
                <a:gd name="connsiteY4" fmla="*/ 883085 h 1765601"/>
                <a:gd name="connsiteX5" fmla="*/ 79007 w 871802"/>
                <a:gd name="connsiteY5" fmla="*/ 1761611 h 1765601"/>
                <a:gd name="connsiteX6" fmla="*/ 0 w 871802"/>
                <a:gd name="connsiteY6" fmla="*/ 1765601 h 1765601"/>
                <a:gd name="connsiteX7" fmla="*/ 0 w 871802"/>
                <a:gd name="connsiteY7" fmla="*/ 1332578 h 1765601"/>
                <a:gd name="connsiteX8" fmla="*/ 79534 w 871802"/>
                <a:gd name="connsiteY8" fmla="*/ 1324560 h 1765601"/>
                <a:gd name="connsiteX9" fmla="*/ 439347 w 871802"/>
                <a:gd name="connsiteY9" fmla="*/ 883084 h 1765601"/>
                <a:gd name="connsiteX10" fmla="*/ 79534 w 871802"/>
                <a:gd name="connsiteY10" fmla="*/ 441608 h 1765601"/>
                <a:gd name="connsiteX11" fmla="*/ 0 w 871802"/>
                <a:gd name="connsiteY11" fmla="*/ 433591 h 1765601"/>
                <a:gd name="connsiteX12" fmla="*/ 0 w 871802"/>
                <a:gd name="connsiteY12" fmla="*/ 0 h 176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1802" h="1765601">
                  <a:moveTo>
                    <a:pt x="0" y="0"/>
                  </a:moveTo>
                  <a:lnTo>
                    <a:pt x="4988" y="0"/>
                  </a:lnTo>
                  <a:lnTo>
                    <a:pt x="4988" y="822"/>
                  </a:lnTo>
                  <a:lnTo>
                    <a:pt x="79007" y="4559"/>
                  </a:lnTo>
                  <a:cubicBezTo>
                    <a:pt x="524308" y="49782"/>
                    <a:pt x="871802" y="425853"/>
                    <a:pt x="871802" y="883085"/>
                  </a:cubicBezTo>
                  <a:cubicBezTo>
                    <a:pt x="871802" y="1340317"/>
                    <a:pt x="524308" y="1716388"/>
                    <a:pt x="79007" y="1761611"/>
                  </a:cubicBezTo>
                  <a:lnTo>
                    <a:pt x="0" y="1765601"/>
                  </a:lnTo>
                  <a:lnTo>
                    <a:pt x="0" y="1332578"/>
                  </a:lnTo>
                  <a:lnTo>
                    <a:pt x="79534" y="1324560"/>
                  </a:lnTo>
                  <a:cubicBezTo>
                    <a:pt x="284879" y="1282540"/>
                    <a:pt x="439347" y="1100852"/>
                    <a:pt x="439347" y="883084"/>
                  </a:cubicBezTo>
                  <a:cubicBezTo>
                    <a:pt x="439347" y="665317"/>
                    <a:pt x="284879" y="483628"/>
                    <a:pt x="79534" y="441608"/>
                  </a:cubicBezTo>
                  <a:lnTo>
                    <a:pt x="0" y="4335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-1587" y="1647825"/>
            <a:ext cx="25200" cy="195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 flipH="1">
            <a:off x="752717" y="155432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 flipH="1">
            <a:off x="752717" y="186131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 flipH="1">
            <a:off x="752717" y="216830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이등변 삼각형 44"/>
          <p:cNvSpPr/>
          <p:nvPr/>
        </p:nvSpPr>
        <p:spPr>
          <a:xfrm rot="16200000" flipH="1">
            <a:off x="677684" y="171791"/>
            <a:ext cx="50148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="" xmlns:a16="http://schemas.microsoft.com/office/drawing/2014/main" id="{3B83D13E-4F56-418D-8EE4-B9CFAC2C09AF}"/>
              </a:ext>
            </a:extLst>
          </p:cNvPr>
          <p:cNvSpPr/>
          <p:nvPr/>
        </p:nvSpPr>
        <p:spPr>
          <a:xfrm>
            <a:off x="3287786" y="709737"/>
            <a:ext cx="1434922" cy="738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en-US" altLang="ko-KR" sz="1100" b="1" dirty="0" smtClean="0">
                <a:solidFill>
                  <a:srgbClr val="778492"/>
                </a:solidFill>
              </a:rPr>
              <a:t>DB </a:t>
            </a:r>
            <a:r>
              <a:rPr lang="ko-KR" altLang="en-US" sz="1100" b="1" dirty="0" smtClean="0">
                <a:solidFill>
                  <a:srgbClr val="778492"/>
                </a:solidFill>
              </a:rPr>
              <a:t>구성</a:t>
            </a:r>
            <a:endParaRPr lang="en-US" altLang="ko-KR" sz="1100" b="1" dirty="0">
              <a:solidFill>
                <a:srgbClr val="778492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017" y="1647825"/>
            <a:ext cx="6916116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867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941560" y="0"/>
            <a:ext cx="11250440" cy="389299"/>
          </a:xfrm>
          <a:prstGeom prst="rect">
            <a:avLst/>
          </a:prstGeom>
          <a:solidFill>
            <a:srgbClr val="EFF3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latinLnBrk="0">
              <a:defRPr/>
            </a:pPr>
            <a:r>
              <a:rPr lang="ko-KR" altLang="en-US" sz="1400" b="1" i="1" kern="0" dirty="0">
                <a:solidFill>
                  <a:srgbClr val="8E99A5"/>
                </a:solidFill>
              </a:rPr>
              <a:t>화면 </a:t>
            </a:r>
            <a:r>
              <a:rPr lang="en-US" altLang="ko-KR" sz="1400" b="1" i="1" kern="0" dirty="0">
                <a:solidFill>
                  <a:srgbClr val="8E99A5"/>
                </a:solidFill>
              </a:rPr>
              <a:t>UI </a:t>
            </a:r>
            <a:r>
              <a:rPr lang="ko-KR" altLang="en-US" sz="1400" b="1" i="1" kern="0" dirty="0">
                <a:solidFill>
                  <a:srgbClr val="8E99A5"/>
                </a:solidFill>
              </a:rPr>
              <a:t>구성</a:t>
            </a:r>
            <a:endParaRPr lang="en-US" altLang="ko-KR" sz="1400" i="1" kern="0" dirty="0">
              <a:solidFill>
                <a:srgbClr val="8E99A5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41560" cy="389299"/>
          </a:xfrm>
          <a:prstGeom prst="rect">
            <a:avLst/>
          </a:prstGeom>
          <a:solidFill>
            <a:srgbClr val="7784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389299"/>
            <a:ext cx="941560" cy="6468701"/>
          </a:xfrm>
          <a:prstGeom prst="rect">
            <a:avLst/>
          </a:prstGeom>
          <a:solidFill>
            <a:srgbClr val="8F9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1220012" y="102987"/>
            <a:ext cx="165171" cy="201499"/>
            <a:chOff x="5638844" y="549275"/>
            <a:chExt cx="234693" cy="286312"/>
          </a:xfrm>
          <a:solidFill>
            <a:srgbClr val="8E99A5"/>
          </a:solidFill>
        </p:grpSpPr>
        <p:sp>
          <p:nvSpPr>
            <p:cNvPr id="33" name="원형: 비어 있음 8">
              <a:extLst>
                <a:ext uri="{FF2B5EF4-FFF2-40B4-BE49-F238E27FC236}">
                  <a16:creationId xmlns="" xmlns:a16="http://schemas.microsoft.com/office/drawing/2014/main" id="{24691D8F-A34D-4208-B337-BFB0C227FEB9}"/>
                </a:ext>
              </a:extLst>
            </p:cNvPr>
            <p:cNvSpPr/>
            <p:nvPr/>
          </p:nvSpPr>
          <p:spPr>
            <a:xfrm>
              <a:off x="5638844" y="549275"/>
              <a:ext cx="209550" cy="209550"/>
            </a:xfrm>
            <a:prstGeom prst="donut">
              <a:avLst>
                <a:gd name="adj" fmla="val 147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사각형: 둥근 모서리 10">
              <a:extLst>
                <a:ext uri="{FF2B5EF4-FFF2-40B4-BE49-F238E27FC236}">
                  <a16:creationId xmlns="" xmlns:a16="http://schemas.microsoft.com/office/drawing/2014/main" id="{5EF75DE8-682B-4DB3-B8F5-10BD07C33A06}"/>
                </a:ext>
              </a:extLst>
            </p:cNvPr>
            <p:cNvSpPr/>
            <p:nvPr/>
          </p:nvSpPr>
          <p:spPr>
            <a:xfrm rot="18900000">
              <a:off x="5837537" y="691587"/>
              <a:ext cx="36000" cy="144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="" xmlns:a16="http://schemas.microsoft.com/office/drawing/2014/main" id="{FB650653-64D2-403B-BC4A-F7742D2D5BB5}"/>
              </a:ext>
            </a:extLst>
          </p:cNvPr>
          <p:cNvGrpSpPr/>
          <p:nvPr/>
        </p:nvGrpSpPr>
        <p:grpSpPr>
          <a:xfrm>
            <a:off x="114401" y="99101"/>
            <a:ext cx="151448" cy="180648"/>
            <a:chOff x="5199725" y="1785802"/>
            <a:chExt cx="1768077" cy="2108976"/>
          </a:xfrm>
          <a:solidFill>
            <a:schemeClr val="bg1"/>
          </a:solidFill>
        </p:grpSpPr>
        <p:sp>
          <p:nvSpPr>
            <p:cNvPr id="39" name="자유형: 도형 29">
              <a:extLst>
                <a:ext uri="{FF2B5EF4-FFF2-40B4-BE49-F238E27FC236}">
                  <a16:creationId xmlns="" xmlns:a16="http://schemas.microsoft.com/office/drawing/2014/main" id="{1D784B37-183E-423A-AE81-5CBAC8968CFB}"/>
                </a:ext>
              </a:extLst>
            </p:cNvPr>
            <p:cNvSpPr/>
            <p:nvPr/>
          </p:nvSpPr>
          <p:spPr>
            <a:xfrm rot="5400000" flipH="1">
              <a:off x="6516322" y="3440993"/>
              <a:ext cx="432896" cy="470061"/>
            </a:xfrm>
            <a:custGeom>
              <a:avLst/>
              <a:gdLst>
                <a:gd name="connsiteX0" fmla="*/ 432896 w 432896"/>
                <a:gd name="connsiteY0" fmla="*/ 19392 h 470061"/>
                <a:gd name="connsiteX1" fmla="*/ 432896 w 432896"/>
                <a:gd name="connsiteY1" fmla="*/ 0 h 470061"/>
                <a:gd name="connsiteX2" fmla="*/ 0 w 432896"/>
                <a:gd name="connsiteY2" fmla="*/ 0 h 470061"/>
                <a:gd name="connsiteX3" fmla="*/ 0 w 432896"/>
                <a:gd name="connsiteY3" fmla="*/ 470061 h 470061"/>
                <a:gd name="connsiteX4" fmla="*/ 24495 w 432896"/>
                <a:gd name="connsiteY4" fmla="*/ 419212 h 470061"/>
                <a:gd name="connsiteX5" fmla="*/ 416339 w 432896"/>
                <a:gd name="connsiteY5" fmla="*/ 27368 h 47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896" h="470061">
                  <a:moveTo>
                    <a:pt x="432896" y="19392"/>
                  </a:moveTo>
                  <a:lnTo>
                    <a:pt x="432896" y="0"/>
                  </a:lnTo>
                  <a:lnTo>
                    <a:pt x="0" y="0"/>
                  </a:lnTo>
                  <a:lnTo>
                    <a:pt x="0" y="470061"/>
                  </a:lnTo>
                  <a:lnTo>
                    <a:pt x="24495" y="419212"/>
                  </a:lnTo>
                  <a:cubicBezTo>
                    <a:pt x="114384" y="253742"/>
                    <a:pt x="250869" y="117257"/>
                    <a:pt x="416339" y="273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자유형: 도형 30">
              <a:extLst>
                <a:ext uri="{FF2B5EF4-FFF2-40B4-BE49-F238E27FC236}">
                  <a16:creationId xmlns="" xmlns:a16="http://schemas.microsoft.com/office/drawing/2014/main" id="{94E0D773-490A-4901-8E9C-E5A613CE5700}"/>
                </a:ext>
              </a:extLst>
            </p:cNvPr>
            <p:cNvSpPr/>
            <p:nvPr/>
          </p:nvSpPr>
          <p:spPr>
            <a:xfrm>
              <a:off x="5199725" y="1785802"/>
              <a:ext cx="824275" cy="2106670"/>
            </a:xfrm>
            <a:custGeom>
              <a:avLst/>
              <a:gdLst>
                <a:gd name="connsiteX0" fmla="*/ 0 w 824275"/>
                <a:gd name="connsiteY0" fmla="*/ 0 h 2106670"/>
                <a:gd name="connsiteX1" fmla="*/ 217180 w 824275"/>
                <a:gd name="connsiteY1" fmla="*/ 0 h 2106670"/>
                <a:gd name="connsiteX2" fmla="*/ 434360 w 824275"/>
                <a:gd name="connsiteY2" fmla="*/ 217180 h 2106670"/>
                <a:gd name="connsiteX3" fmla="*/ 434360 w 824275"/>
                <a:gd name="connsiteY3" fmla="*/ 343374 h 2106670"/>
                <a:gd name="connsiteX4" fmla="*/ 824275 w 824275"/>
                <a:gd name="connsiteY4" fmla="*/ 343374 h 2106670"/>
                <a:gd name="connsiteX5" fmla="*/ 824275 w 824275"/>
                <a:gd name="connsiteY5" fmla="*/ 775827 h 2106670"/>
                <a:gd name="connsiteX6" fmla="*/ 434360 w 824275"/>
                <a:gd name="connsiteY6" fmla="*/ 775827 h 2106670"/>
                <a:gd name="connsiteX7" fmla="*/ 434360 w 824275"/>
                <a:gd name="connsiteY7" fmla="*/ 1226458 h 2106670"/>
                <a:gd name="connsiteX8" fmla="*/ 794173 w 824275"/>
                <a:gd name="connsiteY8" fmla="*/ 1667934 h 2106670"/>
                <a:gd name="connsiteX9" fmla="*/ 824275 w 824275"/>
                <a:gd name="connsiteY9" fmla="*/ 1670969 h 2106670"/>
                <a:gd name="connsiteX10" fmla="*/ 824275 w 824275"/>
                <a:gd name="connsiteY10" fmla="*/ 2106670 h 2106670"/>
                <a:gd name="connsiteX11" fmla="*/ 800273 w 824275"/>
                <a:gd name="connsiteY11" fmla="*/ 2105533 h 2106670"/>
                <a:gd name="connsiteX12" fmla="*/ 6467 w 824275"/>
                <a:gd name="connsiteY12" fmla="*/ 1316749 h 2106670"/>
                <a:gd name="connsiteX13" fmla="*/ 2572 w 824275"/>
                <a:gd name="connsiteY13" fmla="*/ 1239630 h 2106670"/>
                <a:gd name="connsiteX14" fmla="*/ 0 w 824275"/>
                <a:gd name="connsiteY14" fmla="*/ 1239630 h 2106670"/>
                <a:gd name="connsiteX15" fmla="*/ 0 w 824275"/>
                <a:gd name="connsiteY15" fmla="*/ 0 h 210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24275" h="2106670">
                  <a:moveTo>
                    <a:pt x="0" y="0"/>
                  </a:moveTo>
                  <a:lnTo>
                    <a:pt x="217180" y="0"/>
                  </a:lnTo>
                  <a:cubicBezTo>
                    <a:pt x="337125" y="0"/>
                    <a:pt x="434360" y="97235"/>
                    <a:pt x="434360" y="217180"/>
                  </a:cubicBezTo>
                  <a:lnTo>
                    <a:pt x="434360" y="343374"/>
                  </a:lnTo>
                  <a:lnTo>
                    <a:pt x="824275" y="343374"/>
                  </a:lnTo>
                  <a:lnTo>
                    <a:pt x="824275" y="775827"/>
                  </a:lnTo>
                  <a:lnTo>
                    <a:pt x="434360" y="775827"/>
                  </a:lnTo>
                  <a:lnTo>
                    <a:pt x="434360" y="1226458"/>
                  </a:lnTo>
                  <a:cubicBezTo>
                    <a:pt x="434360" y="1444226"/>
                    <a:pt x="588828" y="1625914"/>
                    <a:pt x="794173" y="1667934"/>
                  </a:cubicBezTo>
                  <a:lnTo>
                    <a:pt x="824275" y="1670969"/>
                  </a:lnTo>
                  <a:lnTo>
                    <a:pt x="824275" y="2106670"/>
                  </a:lnTo>
                  <a:lnTo>
                    <a:pt x="800273" y="2105533"/>
                  </a:lnTo>
                  <a:cubicBezTo>
                    <a:pt x="382044" y="2065725"/>
                    <a:pt x="48863" y="1734219"/>
                    <a:pt x="6467" y="1316749"/>
                  </a:cubicBezTo>
                  <a:lnTo>
                    <a:pt x="2572" y="1239630"/>
                  </a:lnTo>
                  <a:lnTo>
                    <a:pt x="0" y="123963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31">
              <a:extLst>
                <a:ext uri="{FF2B5EF4-FFF2-40B4-BE49-F238E27FC236}">
                  <a16:creationId xmlns="" xmlns:a16="http://schemas.microsoft.com/office/drawing/2014/main" id="{7C5DC6AE-971C-4594-8164-1E2E41D6C6CE}"/>
                </a:ext>
              </a:extLst>
            </p:cNvPr>
            <p:cNvSpPr/>
            <p:nvPr/>
          </p:nvSpPr>
          <p:spPr>
            <a:xfrm>
              <a:off x="6096000" y="2129177"/>
              <a:ext cx="871802" cy="1765601"/>
            </a:xfrm>
            <a:custGeom>
              <a:avLst/>
              <a:gdLst>
                <a:gd name="connsiteX0" fmla="*/ 0 w 871802"/>
                <a:gd name="connsiteY0" fmla="*/ 0 h 1765601"/>
                <a:gd name="connsiteX1" fmla="*/ 4988 w 871802"/>
                <a:gd name="connsiteY1" fmla="*/ 0 h 1765601"/>
                <a:gd name="connsiteX2" fmla="*/ 4988 w 871802"/>
                <a:gd name="connsiteY2" fmla="*/ 822 h 1765601"/>
                <a:gd name="connsiteX3" fmla="*/ 79007 w 871802"/>
                <a:gd name="connsiteY3" fmla="*/ 4559 h 1765601"/>
                <a:gd name="connsiteX4" fmla="*/ 871802 w 871802"/>
                <a:gd name="connsiteY4" fmla="*/ 883085 h 1765601"/>
                <a:gd name="connsiteX5" fmla="*/ 79007 w 871802"/>
                <a:gd name="connsiteY5" fmla="*/ 1761611 h 1765601"/>
                <a:gd name="connsiteX6" fmla="*/ 0 w 871802"/>
                <a:gd name="connsiteY6" fmla="*/ 1765601 h 1765601"/>
                <a:gd name="connsiteX7" fmla="*/ 0 w 871802"/>
                <a:gd name="connsiteY7" fmla="*/ 1332578 h 1765601"/>
                <a:gd name="connsiteX8" fmla="*/ 79534 w 871802"/>
                <a:gd name="connsiteY8" fmla="*/ 1324560 h 1765601"/>
                <a:gd name="connsiteX9" fmla="*/ 439347 w 871802"/>
                <a:gd name="connsiteY9" fmla="*/ 883084 h 1765601"/>
                <a:gd name="connsiteX10" fmla="*/ 79534 w 871802"/>
                <a:gd name="connsiteY10" fmla="*/ 441608 h 1765601"/>
                <a:gd name="connsiteX11" fmla="*/ 0 w 871802"/>
                <a:gd name="connsiteY11" fmla="*/ 433591 h 1765601"/>
                <a:gd name="connsiteX12" fmla="*/ 0 w 871802"/>
                <a:gd name="connsiteY12" fmla="*/ 0 h 176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1802" h="1765601">
                  <a:moveTo>
                    <a:pt x="0" y="0"/>
                  </a:moveTo>
                  <a:lnTo>
                    <a:pt x="4988" y="0"/>
                  </a:lnTo>
                  <a:lnTo>
                    <a:pt x="4988" y="822"/>
                  </a:lnTo>
                  <a:lnTo>
                    <a:pt x="79007" y="4559"/>
                  </a:lnTo>
                  <a:cubicBezTo>
                    <a:pt x="524308" y="49782"/>
                    <a:pt x="871802" y="425853"/>
                    <a:pt x="871802" y="883085"/>
                  </a:cubicBezTo>
                  <a:cubicBezTo>
                    <a:pt x="871802" y="1340317"/>
                    <a:pt x="524308" y="1716388"/>
                    <a:pt x="79007" y="1761611"/>
                  </a:cubicBezTo>
                  <a:lnTo>
                    <a:pt x="0" y="1765601"/>
                  </a:lnTo>
                  <a:lnTo>
                    <a:pt x="0" y="1332578"/>
                  </a:lnTo>
                  <a:lnTo>
                    <a:pt x="79534" y="1324560"/>
                  </a:lnTo>
                  <a:cubicBezTo>
                    <a:pt x="284879" y="1282540"/>
                    <a:pt x="439347" y="1100852"/>
                    <a:pt x="439347" y="883084"/>
                  </a:cubicBezTo>
                  <a:cubicBezTo>
                    <a:pt x="439347" y="665317"/>
                    <a:pt x="284879" y="483628"/>
                    <a:pt x="79534" y="441608"/>
                  </a:cubicBezTo>
                  <a:lnTo>
                    <a:pt x="0" y="4335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-1587" y="1647825"/>
            <a:ext cx="25200" cy="195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 flipH="1">
            <a:off x="752717" y="155432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 flipH="1">
            <a:off x="752717" y="186131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 flipH="1">
            <a:off x="752717" y="216830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이등변 삼각형 44"/>
          <p:cNvSpPr/>
          <p:nvPr/>
        </p:nvSpPr>
        <p:spPr>
          <a:xfrm rot="16200000" flipH="1">
            <a:off x="677684" y="171791"/>
            <a:ext cx="50148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="" xmlns:a16="http://schemas.microsoft.com/office/drawing/2014/main" id="{8618B414-D3B9-4401-B8A1-1975D347B00E}"/>
              </a:ext>
            </a:extLst>
          </p:cNvPr>
          <p:cNvSpPr/>
          <p:nvPr/>
        </p:nvSpPr>
        <p:spPr>
          <a:xfrm>
            <a:off x="1367488" y="598325"/>
            <a:ext cx="8843312" cy="37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b="1" dirty="0" err="1">
                <a:solidFill>
                  <a:srgbClr val="778492"/>
                </a:solidFill>
              </a:rPr>
              <a:t>메뉴별</a:t>
            </a:r>
            <a:r>
              <a:rPr lang="ko-KR" altLang="en-US" b="1" dirty="0">
                <a:solidFill>
                  <a:srgbClr val="778492"/>
                </a:solidFill>
              </a:rPr>
              <a:t> 화면</a:t>
            </a:r>
            <a:r>
              <a:rPr lang="en-US" altLang="ko-KR" sz="1200" b="1" dirty="0">
                <a:solidFill>
                  <a:srgbClr val="778492"/>
                </a:solidFill>
              </a:rPr>
              <a:t> 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="" xmlns:a16="http://schemas.microsoft.com/office/drawing/2014/main" id="{2D77FB4C-1E0D-4D5A-813A-8F852D214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164613"/>
              </p:ext>
            </p:extLst>
          </p:nvPr>
        </p:nvGraphicFramePr>
        <p:xfrm>
          <a:off x="0" y="423555"/>
          <a:ext cx="94156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5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INDEX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프로젝트 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데이터베이스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화면 </a:t>
                      </a: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UI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구성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주요코드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54660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참고 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691230201"/>
                  </a:ext>
                </a:extLst>
              </a:tr>
              <a:tr h="1483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B2BCC6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="" xmlns:a16="http://schemas.microsoft.com/office/drawing/2014/main" id="{C2AA72D5-9A0A-4AA3-8571-254465B6AB89}"/>
              </a:ext>
            </a:extLst>
          </p:cNvPr>
          <p:cNvSpPr/>
          <p:nvPr/>
        </p:nvSpPr>
        <p:spPr>
          <a:xfrm>
            <a:off x="1906226" y="1142287"/>
            <a:ext cx="1434922" cy="738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600" b="1" dirty="0" err="1">
                <a:solidFill>
                  <a:srgbClr val="778492"/>
                </a:solidFill>
              </a:rPr>
              <a:t>첫화면</a:t>
            </a:r>
            <a:endParaRPr lang="en-US" altLang="ko-KR" sz="1200" b="1" dirty="0">
              <a:solidFill>
                <a:srgbClr val="778492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750" y="1647825"/>
            <a:ext cx="2659874" cy="4402195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C2AA72D5-9A0A-4AA3-8571-254465B6AB89}"/>
              </a:ext>
            </a:extLst>
          </p:cNvPr>
          <p:cNvSpPr/>
          <p:nvPr/>
        </p:nvSpPr>
        <p:spPr>
          <a:xfrm>
            <a:off x="5271708" y="1142287"/>
            <a:ext cx="1434922" cy="738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solidFill>
                  <a:srgbClr val="778492"/>
                </a:solidFill>
              </a:rPr>
              <a:t>검색 화면</a:t>
            </a:r>
            <a:endParaRPr lang="en-US" altLang="ko-KR" sz="1200" b="1" dirty="0">
              <a:solidFill>
                <a:srgbClr val="778492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C2AA72D5-9A0A-4AA3-8571-254465B6AB89}"/>
              </a:ext>
            </a:extLst>
          </p:cNvPr>
          <p:cNvSpPr/>
          <p:nvPr/>
        </p:nvSpPr>
        <p:spPr>
          <a:xfrm>
            <a:off x="8696325" y="1142287"/>
            <a:ext cx="1514475" cy="738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600" b="1" smtClean="0">
                <a:solidFill>
                  <a:srgbClr val="778492"/>
                </a:solidFill>
              </a:rPr>
              <a:t>추가 수정화면</a:t>
            </a:r>
            <a:endParaRPr lang="en-US" altLang="ko-KR" sz="1200" b="1" dirty="0">
              <a:solidFill>
                <a:srgbClr val="778492"/>
              </a:solidFill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336" y="1627369"/>
            <a:ext cx="2713663" cy="442264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6361" y="1647825"/>
            <a:ext cx="2674402" cy="442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4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941560" y="0"/>
            <a:ext cx="11250440" cy="389299"/>
          </a:xfrm>
          <a:prstGeom prst="rect">
            <a:avLst/>
          </a:prstGeom>
          <a:solidFill>
            <a:srgbClr val="EFF3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latinLnBrk="0">
              <a:defRPr/>
            </a:pPr>
            <a:r>
              <a:rPr lang="ko-KR" altLang="en-US" sz="1400" b="1" i="1" kern="0" dirty="0">
                <a:solidFill>
                  <a:srgbClr val="8E99A5"/>
                </a:solidFill>
              </a:rPr>
              <a:t>화면 </a:t>
            </a:r>
            <a:r>
              <a:rPr lang="en-US" altLang="ko-KR" sz="1400" b="1" i="1" kern="0" dirty="0">
                <a:solidFill>
                  <a:srgbClr val="8E99A5"/>
                </a:solidFill>
              </a:rPr>
              <a:t>UI </a:t>
            </a:r>
            <a:r>
              <a:rPr lang="ko-KR" altLang="en-US" sz="1400" b="1" i="1" kern="0" dirty="0">
                <a:solidFill>
                  <a:srgbClr val="8E99A5"/>
                </a:solidFill>
              </a:rPr>
              <a:t>구성</a:t>
            </a:r>
            <a:endParaRPr lang="en-US" altLang="ko-KR" sz="1400" i="1" kern="0" dirty="0">
              <a:solidFill>
                <a:srgbClr val="8E99A5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41560" cy="389299"/>
          </a:xfrm>
          <a:prstGeom prst="rect">
            <a:avLst/>
          </a:prstGeom>
          <a:solidFill>
            <a:srgbClr val="7784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389299"/>
            <a:ext cx="941560" cy="6468701"/>
          </a:xfrm>
          <a:prstGeom prst="rect">
            <a:avLst/>
          </a:prstGeom>
          <a:solidFill>
            <a:srgbClr val="8F9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1220012" y="102987"/>
            <a:ext cx="165171" cy="201499"/>
            <a:chOff x="5638844" y="549275"/>
            <a:chExt cx="234693" cy="286312"/>
          </a:xfrm>
          <a:solidFill>
            <a:srgbClr val="8E99A5"/>
          </a:solidFill>
        </p:grpSpPr>
        <p:sp>
          <p:nvSpPr>
            <p:cNvPr id="33" name="원형: 비어 있음 8">
              <a:extLst>
                <a:ext uri="{FF2B5EF4-FFF2-40B4-BE49-F238E27FC236}">
                  <a16:creationId xmlns="" xmlns:a16="http://schemas.microsoft.com/office/drawing/2014/main" id="{24691D8F-A34D-4208-B337-BFB0C227FEB9}"/>
                </a:ext>
              </a:extLst>
            </p:cNvPr>
            <p:cNvSpPr/>
            <p:nvPr/>
          </p:nvSpPr>
          <p:spPr>
            <a:xfrm>
              <a:off x="5638844" y="549275"/>
              <a:ext cx="209550" cy="209550"/>
            </a:xfrm>
            <a:prstGeom prst="donut">
              <a:avLst>
                <a:gd name="adj" fmla="val 147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사각형: 둥근 모서리 10">
              <a:extLst>
                <a:ext uri="{FF2B5EF4-FFF2-40B4-BE49-F238E27FC236}">
                  <a16:creationId xmlns="" xmlns:a16="http://schemas.microsoft.com/office/drawing/2014/main" id="{5EF75DE8-682B-4DB3-B8F5-10BD07C33A06}"/>
                </a:ext>
              </a:extLst>
            </p:cNvPr>
            <p:cNvSpPr/>
            <p:nvPr/>
          </p:nvSpPr>
          <p:spPr>
            <a:xfrm rot="18900000">
              <a:off x="5837537" y="691587"/>
              <a:ext cx="36000" cy="144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="" xmlns:a16="http://schemas.microsoft.com/office/drawing/2014/main" id="{FB650653-64D2-403B-BC4A-F7742D2D5BB5}"/>
              </a:ext>
            </a:extLst>
          </p:cNvPr>
          <p:cNvGrpSpPr/>
          <p:nvPr/>
        </p:nvGrpSpPr>
        <p:grpSpPr>
          <a:xfrm>
            <a:off x="114401" y="99101"/>
            <a:ext cx="151448" cy="180648"/>
            <a:chOff x="5199725" y="1785802"/>
            <a:chExt cx="1768077" cy="2108976"/>
          </a:xfrm>
          <a:solidFill>
            <a:schemeClr val="bg1"/>
          </a:solidFill>
        </p:grpSpPr>
        <p:sp>
          <p:nvSpPr>
            <p:cNvPr id="39" name="자유형: 도형 29">
              <a:extLst>
                <a:ext uri="{FF2B5EF4-FFF2-40B4-BE49-F238E27FC236}">
                  <a16:creationId xmlns="" xmlns:a16="http://schemas.microsoft.com/office/drawing/2014/main" id="{1D784B37-183E-423A-AE81-5CBAC8968CFB}"/>
                </a:ext>
              </a:extLst>
            </p:cNvPr>
            <p:cNvSpPr/>
            <p:nvPr/>
          </p:nvSpPr>
          <p:spPr>
            <a:xfrm rot="5400000" flipH="1">
              <a:off x="6516322" y="3440993"/>
              <a:ext cx="432896" cy="470061"/>
            </a:xfrm>
            <a:custGeom>
              <a:avLst/>
              <a:gdLst>
                <a:gd name="connsiteX0" fmla="*/ 432896 w 432896"/>
                <a:gd name="connsiteY0" fmla="*/ 19392 h 470061"/>
                <a:gd name="connsiteX1" fmla="*/ 432896 w 432896"/>
                <a:gd name="connsiteY1" fmla="*/ 0 h 470061"/>
                <a:gd name="connsiteX2" fmla="*/ 0 w 432896"/>
                <a:gd name="connsiteY2" fmla="*/ 0 h 470061"/>
                <a:gd name="connsiteX3" fmla="*/ 0 w 432896"/>
                <a:gd name="connsiteY3" fmla="*/ 470061 h 470061"/>
                <a:gd name="connsiteX4" fmla="*/ 24495 w 432896"/>
                <a:gd name="connsiteY4" fmla="*/ 419212 h 470061"/>
                <a:gd name="connsiteX5" fmla="*/ 416339 w 432896"/>
                <a:gd name="connsiteY5" fmla="*/ 27368 h 47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896" h="470061">
                  <a:moveTo>
                    <a:pt x="432896" y="19392"/>
                  </a:moveTo>
                  <a:lnTo>
                    <a:pt x="432896" y="0"/>
                  </a:lnTo>
                  <a:lnTo>
                    <a:pt x="0" y="0"/>
                  </a:lnTo>
                  <a:lnTo>
                    <a:pt x="0" y="470061"/>
                  </a:lnTo>
                  <a:lnTo>
                    <a:pt x="24495" y="419212"/>
                  </a:lnTo>
                  <a:cubicBezTo>
                    <a:pt x="114384" y="253742"/>
                    <a:pt x="250869" y="117257"/>
                    <a:pt x="416339" y="273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자유형: 도형 30">
              <a:extLst>
                <a:ext uri="{FF2B5EF4-FFF2-40B4-BE49-F238E27FC236}">
                  <a16:creationId xmlns="" xmlns:a16="http://schemas.microsoft.com/office/drawing/2014/main" id="{94E0D773-490A-4901-8E9C-E5A613CE5700}"/>
                </a:ext>
              </a:extLst>
            </p:cNvPr>
            <p:cNvSpPr/>
            <p:nvPr/>
          </p:nvSpPr>
          <p:spPr>
            <a:xfrm>
              <a:off x="5199725" y="1785802"/>
              <a:ext cx="824275" cy="2106670"/>
            </a:xfrm>
            <a:custGeom>
              <a:avLst/>
              <a:gdLst>
                <a:gd name="connsiteX0" fmla="*/ 0 w 824275"/>
                <a:gd name="connsiteY0" fmla="*/ 0 h 2106670"/>
                <a:gd name="connsiteX1" fmla="*/ 217180 w 824275"/>
                <a:gd name="connsiteY1" fmla="*/ 0 h 2106670"/>
                <a:gd name="connsiteX2" fmla="*/ 434360 w 824275"/>
                <a:gd name="connsiteY2" fmla="*/ 217180 h 2106670"/>
                <a:gd name="connsiteX3" fmla="*/ 434360 w 824275"/>
                <a:gd name="connsiteY3" fmla="*/ 343374 h 2106670"/>
                <a:gd name="connsiteX4" fmla="*/ 824275 w 824275"/>
                <a:gd name="connsiteY4" fmla="*/ 343374 h 2106670"/>
                <a:gd name="connsiteX5" fmla="*/ 824275 w 824275"/>
                <a:gd name="connsiteY5" fmla="*/ 775827 h 2106670"/>
                <a:gd name="connsiteX6" fmla="*/ 434360 w 824275"/>
                <a:gd name="connsiteY6" fmla="*/ 775827 h 2106670"/>
                <a:gd name="connsiteX7" fmla="*/ 434360 w 824275"/>
                <a:gd name="connsiteY7" fmla="*/ 1226458 h 2106670"/>
                <a:gd name="connsiteX8" fmla="*/ 794173 w 824275"/>
                <a:gd name="connsiteY8" fmla="*/ 1667934 h 2106670"/>
                <a:gd name="connsiteX9" fmla="*/ 824275 w 824275"/>
                <a:gd name="connsiteY9" fmla="*/ 1670969 h 2106670"/>
                <a:gd name="connsiteX10" fmla="*/ 824275 w 824275"/>
                <a:gd name="connsiteY10" fmla="*/ 2106670 h 2106670"/>
                <a:gd name="connsiteX11" fmla="*/ 800273 w 824275"/>
                <a:gd name="connsiteY11" fmla="*/ 2105533 h 2106670"/>
                <a:gd name="connsiteX12" fmla="*/ 6467 w 824275"/>
                <a:gd name="connsiteY12" fmla="*/ 1316749 h 2106670"/>
                <a:gd name="connsiteX13" fmla="*/ 2572 w 824275"/>
                <a:gd name="connsiteY13" fmla="*/ 1239630 h 2106670"/>
                <a:gd name="connsiteX14" fmla="*/ 0 w 824275"/>
                <a:gd name="connsiteY14" fmla="*/ 1239630 h 2106670"/>
                <a:gd name="connsiteX15" fmla="*/ 0 w 824275"/>
                <a:gd name="connsiteY15" fmla="*/ 0 h 210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24275" h="2106670">
                  <a:moveTo>
                    <a:pt x="0" y="0"/>
                  </a:moveTo>
                  <a:lnTo>
                    <a:pt x="217180" y="0"/>
                  </a:lnTo>
                  <a:cubicBezTo>
                    <a:pt x="337125" y="0"/>
                    <a:pt x="434360" y="97235"/>
                    <a:pt x="434360" y="217180"/>
                  </a:cubicBezTo>
                  <a:lnTo>
                    <a:pt x="434360" y="343374"/>
                  </a:lnTo>
                  <a:lnTo>
                    <a:pt x="824275" y="343374"/>
                  </a:lnTo>
                  <a:lnTo>
                    <a:pt x="824275" y="775827"/>
                  </a:lnTo>
                  <a:lnTo>
                    <a:pt x="434360" y="775827"/>
                  </a:lnTo>
                  <a:lnTo>
                    <a:pt x="434360" y="1226458"/>
                  </a:lnTo>
                  <a:cubicBezTo>
                    <a:pt x="434360" y="1444226"/>
                    <a:pt x="588828" y="1625914"/>
                    <a:pt x="794173" y="1667934"/>
                  </a:cubicBezTo>
                  <a:lnTo>
                    <a:pt x="824275" y="1670969"/>
                  </a:lnTo>
                  <a:lnTo>
                    <a:pt x="824275" y="2106670"/>
                  </a:lnTo>
                  <a:lnTo>
                    <a:pt x="800273" y="2105533"/>
                  </a:lnTo>
                  <a:cubicBezTo>
                    <a:pt x="382044" y="2065725"/>
                    <a:pt x="48863" y="1734219"/>
                    <a:pt x="6467" y="1316749"/>
                  </a:cubicBezTo>
                  <a:lnTo>
                    <a:pt x="2572" y="1239630"/>
                  </a:lnTo>
                  <a:lnTo>
                    <a:pt x="0" y="123963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31">
              <a:extLst>
                <a:ext uri="{FF2B5EF4-FFF2-40B4-BE49-F238E27FC236}">
                  <a16:creationId xmlns="" xmlns:a16="http://schemas.microsoft.com/office/drawing/2014/main" id="{7C5DC6AE-971C-4594-8164-1E2E41D6C6CE}"/>
                </a:ext>
              </a:extLst>
            </p:cNvPr>
            <p:cNvSpPr/>
            <p:nvPr/>
          </p:nvSpPr>
          <p:spPr>
            <a:xfrm>
              <a:off x="6096000" y="2129177"/>
              <a:ext cx="871802" cy="1765601"/>
            </a:xfrm>
            <a:custGeom>
              <a:avLst/>
              <a:gdLst>
                <a:gd name="connsiteX0" fmla="*/ 0 w 871802"/>
                <a:gd name="connsiteY0" fmla="*/ 0 h 1765601"/>
                <a:gd name="connsiteX1" fmla="*/ 4988 w 871802"/>
                <a:gd name="connsiteY1" fmla="*/ 0 h 1765601"/>
                <a:gd name="connsiteX2" fmla="*/ 4988 w 871802"/>
                <a:gd name="connsiteY2" fmla="*/ 822 h 1765601"/>
                <a:gd name="connsiteX3" fmla="*/ 79007 w 871802"/>
                <a:gd name="connsiteY3" fmla="*/ 4559 h 1765601"/>
                <a:gd name="connsiteX4" fmla="*/ 871802 w 871802"/>
                <a:gd name="connsiteY4" fmla="*/ 883085 h 1765601"/>
                <a:gd name="connsiteX5" fmla="*/ 79007 w 871802"/>
                <a:gd name="connsiteY5" fmla="*/ 1761611 h 1765601"/>
                <a:gd name="connsiteX6" fmla="*/ 0 w 871802"/>
                <a:gd name="connsiteY6" fmla="*/ 1765601 h 1765601"/>
                <a:gd name="connsiteX7" fmla="*/ 0 w 871802"/>
                <a:gd name="connsiteY7" fmla="*/ 1332578 h 1765601"/>
                <a:gd name="connsiteX8" fmla="*/ 79534 w 871802"/>
                <a:gd name="connsiteY8" fmla="*/ 1324560 h 1765601"/>
                <a:gd name="connsiteX9" fmla="*/ 439347 w 871802"/>
                <a:gd name="connsiteY9" fmla="*/ 883084 h 1765601"/>
                <a:gd name="connsiteX10" fmla="*/ 79534 w 871802"/>
                <a:gd name="connsiteY10" fmla="*/ 441608 h 1765601"/>
                <a:gd name="connsiteX11" fmla="*/ 0 w 871802"/>
                <a:gd name="connsiteY11" fmla="*/ 433591 h 1765601"/>
                <a:gd name="connsiteX12" fmla="*/ 0 w 871802"/>
                <a:gd name="connsiteY12" fmla="*/ 0 h 176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1802" h="1765601">
                  <a:moveTo>
                    <a:pt x="0" y="0"/>
                  </a:moveTo>
                  <a:lnTo>
                    <a:pt x="4988" y="0"/>
                  </a:lnTo>
                  <a:lnTo>
                    <a:pt x="4988" y="822"/>
                  </a:lnTo>
                  <a:lnTo>
                    <a:pt x="79007" y="4559"/>
                  </a:lnTo>
                  <a:cubicBezTo>
                    <a:pt x="524308" y="49782"/>
                    <a:pt x="871802" y="425853"/>
                    <a:pt x="871802" y="883085"/>
                  </a:cubicBezTo>
                  <a:cubicBezTo>
                    <a:pt x="871802" y="1340317"/>
                    <a:pt x="524308" y="1716388"/>
                    <a:pt x="79007" y="1761611"/>
                  </a:cubicBezTo>
                  <a:lnTo>
                    <a:pt x="0" y="1765601"/>
                  </a:lnTo>
                  <a:lnTo>
                    <a:pt x="0" y="1332578"/>
                  </a:lnTo>
                  <a:lnTo>
                    <a:pt x="79534" y="1324560"/>
                  </a:lnTo>
                  <a:cubicBezTo>
                    <a:pt x="284879" y="1282540"/>
                    <a:pt x="439347" y="1100852"/>
                    <a:pt x="439347" y="883084"/>
                  </a:cubicBezTo>
                  <a:cubicBezTo>
                    <a:pt x="439347" y="665317"/>
                    <a:pt x="284879" y="483628"/>
                    <a:pt x="79534" y="441608"/>
                  </a:cubicBezTo>
                  <a:lnTo>
                    <a:pt x="0" y="4335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-1587" y="1647825"/>
            <a:ext cx="25200" cy="195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 flipH="1">
            <a:off x="752717" y="155432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 flipH="1">
            <a:off x="752717" y="186131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 flipH="1">
            <a:off x="752717" y="216830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이등변 삼각형 44"/>
          <p:cNvSpPr/>
          <p:nvPr/>
        </p:nvSpPr>
        <p:spPr>
          <a:xfrm rot="16200000" flipH="1">
            <a:off x="677684" y="171791"/>
            <a:ext cx="50148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="" xmlns:a16="http://schemas.microsoft.com/office/drawing/2014/main" id="{8618B414-D3B9-4401-B8A1-1975D347B00E}"/>
              </a:ext>
            </a:extLst>
          </p:cNvPr>
          <p:cNvSpPr/>
          <p:nvPr/>
        </p:nvSpPr>
        <p:spPr>
          <a:xfrm>
            <a:off x="1367488" y="598325"/>
            <a:ext cx="8843312" cy="37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b="1" dirty="0" err="1">
                <a:solidFill>
                  <a:srgbClr val="778492"/>
                </a:solidFill>
              </a:rPr>
              <a:t>메뉴별</a:t>
            </a:r>
            <a:r>
              <a:rPr lang="ko-KR" altLang="en-US" b="1" dirty="0">
                <a:solidFill>
                  <a:srgbClr val="778492"/>
                </a:solidFill>
              </a:rPr>
              <a:t> 화면</a:t>
            </a:r>
            <a:r>
              <a:rPr lang="en-US" altLang="ko-KR" sz="1200" b="1" dirty="0">
                <a:solidFill>
                  <a:srgbClr val="778492"/>
                </a:solidFill>
              </a:rPr>
              <a:t> 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="" xmlns:a16="http://schemas.microsoft.com/office/drawing/2014/main" id="{2D77FB4C-1E0D-4D5A-813A-8F852D214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86512"/>
              </p:ext>
            </p:extLst>
          </p:nvPr>
        </p:nvGraphicFramePr>
        <p:xfrm>
          <a:off x="0" y="423555"/>
          <a:ext cx="94156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5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INDEX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프로젝트 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데이터베이스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화면 </a:t>
                      </a: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UI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구성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주요코드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54660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참고 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691230201"/>
                  </a:ext>
                </a:extLst>
              </a:tr>
              <a:tr h="1483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B2BCC6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="" xmlns:a16="http://schemas.microsoft.com/office/drawing/2014/main" id="{C2AA72D5-9A0A-4AA3-8571-254465B6AB89}"/>
              </a:ext>
            </a:extLst>
          </p:cNvPr>
          <p:cNvSpPr/>
          <p:nvPr/>
        </p:nvSpPr>
        <p:spPr>
          <a:xfrm>
            <a:off x="1906226" y="1142287"/>
            <a:ext cx="1434922" cy="738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solidFill>
                  <a:srgbClr val="778492"/>
                </a:solidFill>
              </a:rPr>
              <a:t>추가 화면</a:t>
            </a:r>
            <a:endParaRPr lang="en-US" altLang="ko-KR" sz="1200" b="1" dirty="0">
              <a:solidFill>
                <a:srgbClr val="778492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C2AA72D5-9A0A-4AA3-8571-254465B6AB89}"/>
              </a:ext>
            </a:extLst>
          </p:cNvPr>
          <p:cNvSpPr/>
          <p:nvPr/>
        </p:nvSpPr>
        <p:spPr>
          <a:xfrm>
            <a:off x="5271708" y="1142287"/>
            <a:ext cx="1434922" cy="738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solidFill>
                  <a:srgbClr val="778492"/>
                </a:solidFill>
              </a:rPr>
              <a:t>조</a:t>
            </a:r>
            <a:r>
              <a:rPr lang="ko-KR" altLang="en-US" sz="1600" b="1" dirty="0">
                <a:solidFill>
                  <a:srgbClr val="778492"/>
                </a:solidFill>
              </a:rPr>
              <a:t>회</a:t>
            </a:r>
            <a:r>
              <a:rPr lang="ko-KR" altLang="en-US" sz="1600" b="1" dirty="0" smtClean="0">
                <a:solidFill>
                  <a:srgbClr val="778492"/>
                </a:solidFill>
              </a:rPr>
              <a:t> 화면</a:t>
            </a:r>
            <a:endParaRPr lang="en-US" altLang="ko-KR" sz="1200" b="1" dirty="0">
              <a:solidFill>
                <a:srgbClr val="778492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="" xmlns:a16="http://schemas.microsoft.com/office/drawing/2014/main" id="{C2AA72D5-9A0A-4AA3-8571-254465B6AB89}"/>
              </a:ext>
            </a:extLst>
          </p:cNvPr>
          <p:cNvSpPr/>
          <p:nvPr/>
        </p:nvSpPr>
        <p:spPr>
          <a:xfrm>
            <a:off x="8696325" y="1142287"/>
            <a:ext cx="1514475" cy="738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200" b="1" dirty="0" smtClean="0">
                <a:solidFill>
                  <a:srgbClr val="778492"/>
                </a:solidFill>
              </a:rPr>
              <a:t>수정 화면</a:t>
            </a:r>
            <a:endParaRPr lang="en-US" altLang="ko-KR" sz="1200" b="1" dirty="0">
              <a:solidFill>
                <a:srgbClr val="778492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537" y="1745456"/>
            <a:ext cx="2734297" cy="454297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826" y="1745456"/>
            <a:ext cx="2747718" cy="461185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7042" y="1745456"/>
            <a:ext cx="2764898" cy="459347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390" y="1745456"/>
            <a:ext cx="2808960" cy="4626523"/>
          </a:xfrm>
          <a:prstGeom prst="rect">
            <a:avLst/>
          </a:prstGeom>
        </p:spPr>
      </p:pic>
      <p:sp>
        <p:nvSpPr>
          <p:cNvPr id="54" name="직사각형 53"/>
          <p:cNvSpPr/>
          <p:nvPr/>
        </p:nvSpPr>
        <p:spPr>
          <a:xfrm>
            <a:off x="1284225" y="3218223"/>
            <a:ext cx="2621025" cy="277452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/>
          <p:cNvSpPr/>
          <p:nvPr/>
        </p:nvSpPr>
        <p:spPr>
          <a:xfrm>
            <a:off x="4707231" y="3555747"/>
            <a:ext cx="2621025" cy="277452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5522705" y="5470272"/>
            <a:ext cx="1044075" cy="701928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/>
          <p:cNvSpPr/>
          <p:nvPr/>
        </p:nvSpPr>
        <p:spPr>
          <a:xfrm>
            <a:off x="4724704" y="3868693"/>
            <a:ext cx="2621025" cy="277452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/>
          <p:cNvSpPr/>
          <p:nvPr/>
        </p:nvSpPr>
        <p:spPr>
          <a:xfrm>
            <a:off x="7984930" y="4241716"/>
            <a:ext cx="2788420" cy="492209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/>
          <p:cNvSpPr/>
          <p:nvPr/>
        </p:nvSpPr>
        <p:spPr>
          <a:xfrm>
            <a:off x="8810625" y="5821236"/>
            <a:ext cx="1095950" cy="350964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785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57" grpId="0" animBg="1"/>
      <p:bldP spid="58" grpId="0" animBg="1"/>
      <p:bldP spid="5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941560" y="0"/>
            <a:ext cx="11250440" cy="389299"/>
          </a:xfrm>
          <a:prstGeom prst="rect">
            <a:avLst/>
          </a:prstGeom>
          <a:solidFill>
            <a:srgbClr val="EFF3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latinLnBrk="0">
              <a:defRPr/>
            </a:pPr>
            <a:r>
              <a:rPr lang="ko-KR" altLang="en-US" sz="1400" b="1" i="1" kern="0" dirty="0">
                <a:solidFill>
                  <a:srgbClr val="8E99A5"/>
                </a:solidFill>
              </a:rPr>
              <a:t>화면 </a:t>
            </a:r>
            <a:r>
              <a:rPr lang="en-US" altLang="ko-KR" sz="1400" b="1" i="1" kern="0" dirty="0">
                <a:solidFill>
                  <a:srgbClr val="8E99A5"/>
                </a:solidFill>
              </a:rPr>
              <a:t>UI </a:t>
            </a:r>
            <a:r>
              <a:rPr lang="ko-KR" altLang="en-US" sz="1400" b="1" i="1" kern="0" dirty="0">
                <a:solidFill>
                  <a:srgbClr val="8E99A5"/>
                </a:solidFill>
              </a:rPr>
              <a:t>구성</a:t>
            </a:r>
            <a:endParaRPr lang="en-US" altLang="ko-KR" sz="1400" i="1" kern="0" dirty="0">
              <a:solidFill>
                <a:srgbClr val="8E99A5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41560" cy="389299"/>
          </a:xfrm>
          <a:prstGeom prst="rect">
            <a:avLst/>
          </a:prstGeom>
          <a:solidFill>
            <a:srgbClr val="7784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389299"/>
            <a:ext cx="941560" cy="6468701"/>
          </a:xfrm>
          <a:prstGeom prst="rect">
            <a:avLst/>
          </a:prstGeom>
          <a:solidFill>
            <a:srgbClr val="8F9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1220012" y="102987"/>
            <a:ext cx="165171" cy="201499"/>
            <a:chOff x="5638844" y="549275"/>
            <a:chExt cx="234693" cy="286312"/>
          </a:xfrm>
          <a:solidFill>
            <a:srgbClr val="8E99A5"/>
          </a:solidFill>
        </p:grpSpPr>
        <p:sp>
          <p:nvSpPr>
            <p:cNvPr id="33" name="원형: 비어 있음 8">
              <a:extLst>
                <a:ext uri="{FF2B5EF4-FFF2-40B4-BE49-F238E27FC236}">
                  <a16:creationId xmlns="" xmlns:a16="http://schemas.microsoft.com/office/drawing/2014/main" id="{24691D8F-A34D-4208-B337-BFB0C227FEB9}"/>
                </a:ext>
              </a:extLst>
            </p:cNvPr>
            <p:cNvSpPr/>
            <p:nvPr/>
          </p:nvSpPr>
          <p:spPr>
            <a:xfrm>
              <a:off x="5638844" y="549275"/>
              <a:ext cx="209550" cy="209550"/>
            </a:xfrm>
            <a:prstGeom prst="donut">
              <a:avLst>
                <a:gd name="adj" fmla="val 147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사각형: 둥근 모서리 10">
              <a:extLst>
                <a:ext uri="{FF2B5EF4-FFF2-40B4-BE49-F238E27FC236}">
                  <a16:creationId xmlns="" xmlns:a16="http://schemas.microsoft.com/office/drawing/2014/main" id="{5EF75DE8-682B-4DB3-B8F5-10BD07C33A06}"/>
                </a:ext>
              </a:extLst>
            </p:cNvPr>
            <p:cNvSpPr/>
            <p:nvPr/>
          </p:nvSpPr>
          <p:spPr>
            <a:xfrm rot="18900000">
              <a:off x="5837537" y="691587"/>
              <a:ext cx="36000" cy="144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="" xmlns:a16="http://schemas.microsoft.com/office/drawing/2014/main" id="{FB650653-64D2-403B-BC4A-F7742D2D5BB5}"/>
              </a:ext>
            </a:extLst>
          </p:cNvPr>
          <p:cNvGrpSpPr/>
          <p:nvPr/>
        </p:nvGrpSpPr>
        <p:grpSpPr>
          <a:xfrm>
            <a:off x="114401" y="99101"/>
            <a:ext cx="151448" cy="180648"/>
            <a:chOff x="5199725" y="1785802"/>
            <a:chExt cx="1768077" cy="2108976"/>
          </a:xfrm>
          <a:solidFill>
            <a:schemeClr val="bg1"/>
          </a:solidFill>
        </p:grpSpPr>
        <p:sp>
          <p:nvSpPr>
            <p:cNvPr id="39" name="자유형: 도형 29">
              <a:extLst>
                <a:ext uri="{FF2B5EF4-FFF2-40B4-BE49-F238E27FC236}">
                  <a16:creationId xmlns="" xmlns:a16="http://schemas.microsoft.com/office/drawing/2014/main" id="{1D784B37-183E-423A-AE81-5CBAC8968CFB}"/>
                </a:ext>
              </a:extLst>
            </p:cNvPr>
            <p:cNvSpPr/>
            <p:nvPr/>
          </p:nvSpPr>
          <p:spPr>
            <a:xfrm rot="5400000" flipH="1">
              <a:off x="6516322" y="3440993"/>
              <a:ext cx="432896" cy="470061"/>
            </a:xfrm>
            <a:custGeom>
              <a:avLst/>
              <a:gdLst>
                <a:gd name="connsiteX0" fmla="*/ 432896 w 432896"/>
                <a:gd name="connsiteY0" fmla="*/ 19392 h 470061"/>
                <a:gd name="connsiteX1" fmla="*/ 432896 w 432896"/>
                <a:gd name="connsiteY1" fmla="*/ 0 h 470061"/>
                <a:gd name="connsiteX2" fmla="*/ 0 w 432896"/>
                <a:gd name="connsiteY2" fmla="*/ 0 h 470061"/>
                <a:gd name="connsiteX3" fmla="*/ 0 w 432896"/>
                <a:gd name="connsiteY3" fmla="*/ 470061 h 470061"/>
                <a:gd name="connsiteX4" fmla="*/ 24495 w 432896"/>
                <a:gd name="connsiteY4" fmla="*/ 419212 h 470061"/>
                <a:gd name="connsiteX5" fmla="*/ 416339 w 432896"/>
                <a:gd name="connsiteY5" fmla="*/ 27368 h 47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896" h="470061">
                  <a:moveTo>
                    <a:pt x="432896" y="19392"/>
                  </a:moveTo>
                  <a:lnTo>
                    <a:pt x="432896" y="0"/>
                  </a:lnTo>
                  <a:lnTo>
                    <a:pt x="0" y="0"/>
                  </a:lnTo>
                  <a:lnTo>
                    <a:pt x="0" y="470061"/>
                  </a:lnTo>
                  <a:lnTo>
                    <a:pt x="24495" y="419212"/>
                  </a:lnTo>
                  <a:cubicBezTo>
                    <a:pt x="114384" y="253742"/>
                    <a:pt x="250869" y="117257"/>
                    <a:pt x="416339" y="273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자유형: 도형 30">
              <a:extLst>
                <a:ext uri="{FF2B5EF4-FFF2-40B4-BE49-F238E27FC236}">
                  <a16:creationId xmlns="" xmlns:a16="http://schemas.microsoft.com/office/drawing/2014/main" id="{94E0D773-490A-4901-8E9C-E5A613CE5700}"/>
                </a:ext>
              </a:extLst>
            </p:cNvPr>
            <p:cNvSpPr/>
            <p:nvPr/>
          </p:nvSpPr>
          <p:spPr>
            <a:xfrm>
              <a:off x="5199725" y="1785802"/>
              <a:ext cx="824275" cy="2106670"/>
            </a:xfrm>
            <a:custGeom>
              <a:avLst/>
              <a:gdLst>
                <a:gd name="connsiteX0" fmla="*/ 0 w 824275"/>
                <a:gd name="connsiteY0" fmla="*/ 0 h 2106670"/>
                <a:gd name="connsiteX1" fmla="*/ 217180 w 824275"/>
                <a:gd name="connsiteY1" fmla="*/ 0 h 2106670"/>
                <a:gd name="connsiteX2" fmla="*/ 434360 w 824275"/>
                <a:gd name="connsiteY2" fmla="*/ 217180 h 2106670"/>
                <a:gd name="connsiteX3" fmla="*/ 434360 w 824275"/>
                <a:gd name="connsiteY3" fmla="*/ 343374 h 2106670"/>
                <a:gd name="connsiteX4" fmla="*/ 824275 w 824275"/>
                <a:gd name="connsiteY4" fmla="*/ 343374 h 2106670"/>
                <a:gd name="connsiteX5" fmla="*/ 824275 w 824275"/>
                <a:gd name="connsiteY5" fmla="*/ 775827 h 2106670"/>
                <a:gd name="connsiteX6" fmla="*/ 434360 w 824275"/>
                <a:gd name="connsiteY6" fmla="*/ 775827 h 2106670"/>
                <a:gd name="connsiteX7" fmla="*/ 434360 w 824275"/>
                <a:gd name="connsiteY7" fmla="*/ 1226458 h 2106670"/>
                <a:gd name="connsiteX8" fmla="*/ 794173 w 824275"/>
                <a:gd name="connsiteY8" fmla="*/ 1667934 h 2106670"/>
                <a:gd name="connsiteX9" fmla="*/ 824275 w 824275"/>
                <a:gd name="connsiteY9" fmla="*/ 1670969 h 2106670"/>
                <a:gd name="connsiteX10" fmla="*/ 824275 w 824275"/>
                <a:gd name="connsiteY10" fmla="*/ 2106670 h 2106670"/>
                <a:gd name="connsiteX11" fmla="*/ 800273 w 824275"/>
                <a:gd name="connsiteY11" fmla="*/ 2105533 h 2106670"/>
                <a:gd name="connsiteX12" fmla="*/ 6467 w 824275"/>
                <a:gd name="connsiteY12" fmla="*/ 1316749 h 2106670"/>
                <a:gd name="connsiteX13" fmla="*/ 2572 w 824275"/>
                <a:gd name="connsiteY13" fmla="*/ 1239630 h 2106670"/>
                <a:gd name="connsiteX14" fmla="*/ 0 w 824275"/>
                <a:gd name="connsiteY14" fmla="*/ 1239630 h 2106670"/>
                <a:gd name="connsiteX15" fmla="*/ 0 w 824275"/>
                <a:gd name="connsiteY15" fmla="*/ 0 h 210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24275" h="2106670">
                  <a:moveTo>
                    <a:pt x="0" y="0"/>
                  </a:moveTo>
                  <a:lnTo>
                    <a:pt x="217180" y="0"/>
                  </a:lnTo>
                  <a:cubicBezTo>
                    <a:pt x="337125" y="0"/>
                    <a:pt x="434360" y="97235"/>
                    <a:pt x="434360" y="217180"/>
                  </a:cubicBezTo>
                  <a:lnTo>
                    <a:pt x="434360" y="343374"/>
                  </a:lnTo>
                  <a:lnTo>
                    <a:pt x="824275" y="343374"/>
                  </a:lnTo>
                  <a:lnTo>
                    <a:pt x="824275" y="775827"/>
                  </a:lnTo>
                  <a:lnTo>
                    <a:pt x="434360" y="775827"/>
                  </a:lnTo>
                  <a:lnTo>
                    <a:pt x="434360" y="1226458"/>
                  </a:lnTo>
                  <a:cubicBezTo>
                    <a:pt x="434360" y="1444226"/>
                    <a:pt x="588828" y="1625914"/>
                    <a:pt x="794173" y="1667934"/>
                  </a:cubicBezTo>
                  <a:lnTo>
                    <a:pt x="824275" y="1670969"/>
                  </a:lnTo>
                  <a:lnTo>
                    <a:pt x="824275" y="2106670"/>
                  </a:lnTo>
                  <a:lnTo>
                    <a:pt x="800273" y="2105533"/>
                  </a:lnTo>
                  <a:cubicBezTo>
                    <a:pt x="382044" y="2065725"/>
                    <a:pt x="48863" y="1734219"/>
                    <a:pt x="6467" y="1316749"/>
                  </a:cubicBezTo>
                  <a:lnTo>
                    <a:pt x="2572" y="1239630"/>
                  </a:lnTo>
                  <a:lnTo>
                    <a:pt x="0" y="123963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31">
              <a:extLst>
                <a:ext uri="{FF2B5EF4-FFF2-40B4-BE49-F238E27FC236}">
                  <a16:creationId xmlns="" xmlns:a16="http://schemas.microsoft.com/office/drawing/2014/main" id="{7C5DC6AE-971C-4594-8164-1E2E41D6C6CE}"/>
                </a:ext>
              </a:extLst>
            </p:cNvPr>
            <p:cNvSpPr/>
            <p:nvPr/>
          </p:nvSpPr>
          <p:spPr>
            <a:xfrm>
              <a:off x="6096000" y="2129177"/>
              <a:ext cx="871802" cy="1765601"/>
            </a:xfrm>
            <a:custGeom>
              <a:avLst/>
              <a:gdLst>
                <a:gd name="connsiteX0" fmla="*/ 0 w 871802"/>
                <a:gd name="connsiteY0" fmla="*/ 0 h 1765601"/>
                <a:gd name="connsiteX1" fmla="*/ 4988 w 871802"/>
                <a:gd name="connsiteY1" fmla="*/ 0 h 1765601"/>
                <a:gd name="connsiteX2" fmla="*/ 4988 w 871802"/>
                <a:gd name="connsiteY2" fmla="*/ 822 h 1765601"/>
                <a:gd name="connsiteX3" fmla="*/ 79007 w 871802"/>
                <a:gd name="connsiteY3" fmla="*/ 4559 h 1765601"/>
                <a:gd name="connsiteX4" fmla="*/ 871802 w 871802"/>
                <a:gd name="connsiteY4" fmla="*/ 883085 h 1765601"/>
                <a:gd name="connsiteX5" fmla="*/ 79007 w 871802"/>
                <a:gd name="connsiteY5" fmla="*/ 1761611 h 1765601"/>
                <a:gd name="connsiteX6" fmla="*/ 0 w 871802"/>
                <a:gd name="connsiteY6" fmla="*/ 1765601 h 1765601"/>
                <a:gd name="connsiteX7" fmla="*/ 0 w 871802"/>
                <a:gd name="connsiteY7" fmla="*/ 1332578 h 1765601"/>
                <a:gd name="connsiteX8" fmla="*/ 79534 w 871802"/>
                <a:gd name="connsiteY8" fmla="*/ 1324560 h 1765601"/>
                <a:gd name="connsiteX9" fmla="*/ 439347 w 871802"/>
                <a:gd name="connsiteY9" fmla="*/ 883084 h 1765601"/>
                <a:gd name="connsiteX10" fmla="*/ 79534 w 871802"/>
                <a:gd name="connsiteY10" fmla="*/ 441608 h 1765601"/>
                <a:gd name="connsiteX11" fmla="*/ 0 w 871802"/>
                <a:gd name="connsiteY11" fmla="*/ 433591 h 1765601"/>
                <a:gd name="connsiteX12" fmla="*/ 0 w 871802"/>
                <a:gd name="connsiteY12" fmla="*/ 0 h 176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1802" h="1765601">
                  <a:moveTo>
                    <a:pt x="0" y="0"/>
                  </a:moveTo>
                  <a:lnTo>
                    <a:pt x="4988" y="0"/>
                  </a:lnTo>
                  <a:lnTo>
                    <a:pt x="4988" y="822"/>
                  </a:lnTo>
                  <a:lnTo>
                    <a:pt x="79007" y="4559"/>
                  </a:lnTo>
                  <a:cubicBezTo>
                    <a:pt x="524308" y="49782"/>
                    <a:pt x="871802" y="425853"/>
                    <a:pt x="871802" y="883085"/>
                  </a:cubicBezTo>
                  <a:cubicBezTo>
                    <a:pt x="871802" y="1340317"/>
                    <a:pt x="524308" y="1716388"/>
                    <a:pt x="79007" y="1761611"/>
                  </a:cubicBezTo>
                  <a:lnTo>
                    <a:pt x="0" y="1765601"/>
                  </a:lnTo>
                  <a:lnTo>
                    <a:pt x="0" y="1332578"/>
                  </a:lnTo>
                  <a:lnTo>
                    <a:pt x="79534" y="1324560"/>
                  </a:lnTo>
                  <a:cubicBezTo>
                    <a:pt x="284879" y="1282540"/>
                    <a:pt x="439347" y="1100852"/>
                    <a:pt x="439347" y="883084"/>
                  </a:cubicBezTo>
                  <a:cubicBezTo>
                    <a:pt x="439347" y="665317"/>
                    <a:pt x="284879" y="483628"/>
                    <a:pt x="79534" y="441608"/>
                  </a:cubicBezTo>
                  <a:lnTo>
                    <a:pt x="0" y="4335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-1587" y="1647825"/>
            <a:ext cx="25200" cy="195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 flipH="1">
            <a:off x="752717" y="155432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 flipH="1">
            <a:off x="752717" y="186131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 flipH="1">
            <a:off x="752717" y="216830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이등변 삼각형 44"/>
          <p:cNvSpPr/>
          <p:nvPr/>
        </p:nvSpPr>
        <p:spPr>
          <a:xfrm rot="16200000" flipH="1">
            <a:off x="677684" y="171791"/>
            <a:ext cx="50148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="" xmlns:a16="http://schemas.microsoft.com/office/drawing/2014/main" id="{8618B414-D3B9-4401-B8A1-1975D347B00E}"/>
              </a:ext>
            </a:extLst>
          </p:cNvPr>
          <p:cNvSpPr/>
          <p:nvPr/>
        </p:nvSpPr>
        <p:spPr>
          <a:xfrm>
            <a:off x="1367488" y="598325"/>
            <a:ext cx="8843312" cy="37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b="1" dirty="0" err="1">
                <a:solidFill>
                  <a:srgbClr val="778492"/>
                </a:solidFill>
              </a:rPr>
              <a:t>메뉴별</a:t>
            </a:r>
            <a:r>
              <a:rPr lang="ko-KR" altLang="en-US" b="1" dirty="0">
                <a:solidFill>
                  <a:srgbClr val="778492"/>
                </a:solidFill>
              </a:rPr>
              <a:t> 화면</a:t>
            </a:r>
            <a:r>
              <a:rPr lang="en-US" altLang="ko-KR" sz="1200" b="1" dirty="0">
                <a:solidFill>
                  <a:srgbClr val="778492"/>
                </a:solidFill>
              </a:rPr>
              <a:t> </a:t>
            </a:r>
          </a:p>
        </p:txBody>
      </p:sp>
      <p:graphicFrame>
        <p:nvGraphicFramePr>
          <p:cNvPr id="30" name="표 29">
            <a:extLst>
              <a:ext uri="{FF2B5EF4-FFF2-40B4-BE49-F238E27FC236}">
                <a16:creationId xmlns="" xmlns:a16="http://schemas.microsoft.com/office/drawing/2014/main" id="{2D77FB4C-1E0D-4D5A-813A-8F852D214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064368"/>
              </p:ext>
            </p:extLst>
          </p:nvPr>
        </p:nvGraphicFramePr>
        <p:xfrm>
          <a:off x="0" y="423555"/>
          <a:ext cx="94156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5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INDEX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프로젝트 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데이터베이스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화면 </a:t>
                      </a: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UI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구성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주요코드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54660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참고 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691230201"/>
                  </a:ext>
                </a:extLst>
              </a:tr>
              <a:tr h="1483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B2BCC6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="" xmlns:a16="http://schemas.microsoft.com/office/drawing/2014/main" id="{C2AA72D5-9A0A-4AA3-8571-254465B6AB89}"/>
              </a:ext>
            </a:extLst>
          </p:cNvPr>
          <p:cNvSpPr/>
          <p:nvPr/>
        </p:nvSpPr>
        <p:spPr>
          <a:xfrm>
            <a:off x="1906226" y="1142287"/>
            <a:ext cx="1434922" cy="738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solidFill>
                  <a:srgbClr val="778492"/>
                </a:solidFill>
              </a:rPr>
              <a:t>삭제 화면</a:t>
            </a:r>
            <a:endParaRPr lang="en-US" altLang="ko-KR" sz="1200" b="1" dirty="0">
              <a:solidFill>
                <a:srgbClr val="778492"/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C2AA72D5-9A0A-4AA3-8571-254465B6AB89}"/>
              </a:ext>
            </a:extLst>
          </p:cNvPr>
          <p:cNvSpPr/>
          <p:nvPr/>
        </p:nvSpPr>
        <p:spPr>
          <a:xfrm>
            <a:off x="5271708" y="1142287"/>
            <a:ext cx="1434922" cy="7380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150000"/>
              </a:lnSpc>
            </a:pPr>
            <a:r>
              <a:rPr lang="ko-KR" altLang="en-US" sz="1600" b="1" dirty="0" smtClean="0">
                <a:solidFill>
                  <a:srgbClr val="778492"/>
                </a:solidFill>
              </a:rPr>
              <a:t>전</a:t>
            </a:r>
            <a:r>
              <a:rPr lang="ko-KR" altLang="en-US" sz="1600" b="1" dirty="0">
                <a:solidFill>
                  <a:srgbClr val="778492"/>
                </a:solidFill>
              </a:rPr>
              <a:t>화</a:t>
            </a:r>
            <a:r>
              <a:rPr lang="ko-KR" altLang="en-US" sz="1600" b="1" dirty="0" smtClean="0">
                <a:solidFill>
                  <a:srgbClr val="778492"/>
                </a:solidFill>
              </a:rPr>
              <a:t> 화면</a:t>
            </a:r>
            <a:endParaRPr lang="en-US" altLang="ko-KR" sz="1200" b="1" dirty="0">
              <a:solidFill>
                <a:srgbClr val="778492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8190" y="1677846"/>
            <a:ext cx="2790994" cy="4560088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5557" y="1647825"/>
            <a:ext cx="2667223" cy="4722126"/>
          </a:xfrm>
          <a:prstGeom prst="rect">
            <a:avLst/>
          </a:prstGeom>
        </p:spPr>
      </p:pic>
      <p:sp>
        <p:nvSpPr>
          <p:cNvPr id="28" name="직사각형 27"/>
          <p:cNvSpPr/>
          <p:nvPr/>
        </p:nvSpPr>
        <p:spPr>
          <a:xfrm>
            <a:off x="2085975" y="5753100"/>
            <a:ext cx="1066800" cy="277452"/>
          </a:xfrm>
          <a:prstGeom prst="rect">
            <a:avLst/>
          </a:prstGeom>
          <a:noFill/>
          <a:ln w="3810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426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941560" y="0"/>
            <a:ext cx="11250440" cy="389299"/>
          </a:xfrm>
          <a:prstGeom prst="rect">
            <a:avLst/>
          </a:prstGeom>
          <a:solidFill>
            <a:srgbClr val="EFF3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latinLnBrk="0">
              <a:defRPr/>
            </a:pPr>
            <a:r>
              <a:rPr lang="ko-KR" altLang="en-US" sz="1400" b="1" i="1" kern="0" dirty="0">
                <a:solidFill>
                  <a:srgbClr val="8E99A5"/>
                </a:solidFill>
              </a:rPr>
              <a:t>주요코드</a:t>
            </a:r>
            <a:endParaRPr lang="en-US" altLang="ko-KR" sz="1400" i="1" kern="0" dirty="0">
              <a:solidFill>
                <a:srgbClr val="8E99A5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41560" cy="389299"/>
          </a:xfrm>
          <a:prstGeom prst="rect">
            <a:avLst/>
          </a:prstGeom>
          <a:solidFill>
            <a:srgbClr val="7784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389299"/>
            <a:ext cx="941560" cy="6468701"/>
          </a:xfrm>
          <a:prstGeom prst="rect">
            <a:avLst/>
          </a:prstGeom>
          <a:solidFill>
            <a:srgbClr val="8F9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1220012" y="102987"/>
            <a:ext cx="165171" cy="201499"/>
            <a:chOff x="5638844" y="549275"/>
            <a:chExt cx="234693" cy="286312"/>
          </a:xfrm>
          <a:solidFill>
            <a:srgbClr val="8E99A5"/>
          </a:solidFill>
        </p:grpSpPr>
        <p:sp>
          <p:nvSpPr>
            <p:cNvPr id="33" name="원형: 비어 있음 8">
              <a:extLst>
                <a:ext uri="{FF2B5EF4-FFF2-40B4-BE49-F238E27FC236}">
                  <a16:creationId xmlns="" xmlns:a16="http://schemas.microsoft.com/office/drawing/2014/main" id="{24691D8F-A34D-4208-B337-BFB0C227FEB9}"/>
                </a:ext>
              </a:extLst>
            </p:cNvPr>
            <p:cNvSpPr/>
            <p:nvPr/>
          </p:nvSpPr>
          <p:spPr>
            <a:xfrm>
              <a:off x="5638844" y="549275"/>
              <a:ext cx="209550" cy="209550"/>
            </a:xfrm>
            <a:prstGeom prst="donut">
              <a:avLst>
                <a:gd name="adj" fmla="val 147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사각형: 둥근 모서리 10">
              <a:extLst>
                <a:ext uri="{FF2B5EF4-FFF2-40B4-BE49-F238E27FC236}">
                  <a16:creationId xmlns="" xmlns:a16="http://schemas.microsoft.com/office/drawing/2014/main" id="{5EF75DE8-682B-4DB3-B8F5-10BD07C33A06}"/>
                </a:ext>
              </a:extLst>
            </p:cNvPr>
            <p:cNvSpPr/>
            <p:nvPr/>
          </p:nvSpPr>
          <p:spPr>
            <a:xfrm rot="18900000">
              <a:off x="5837537" y="691587"/>
              <a:ext cx="36000" cy="144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="" xmlns:a16="http://schemas.microsoft.com/office/drawing/2014/main" id="{FB650653-64D2-403B-BC4A-F7742D2D5BB5}"/>
              </a:ext>
            </a:extLst>
          </p:cNvPr>
          <p:cNvGrpSpPr/>
          <p:nvPr/>
        </p:nvGrpSpPr>
        <p:grpSpPr>
          <a:xfrm>
            <a:off x="114401" y="99101"/>
            <a:ext cx="151448" cy="180648"/>
            <a:chOff x="5199725" y="1785802"/>
            <a:chExt cx="1768077" cy="2108976"/>
          </a:xfrm>
          <a:solidFill>
            <a:schemeClr val="bg1"/>
          </a:solidFill>
        </p:grpSpPr>
        <p:sp>
          <p:nvSpPr>
            <p:cNvPr id="39" name="자유형: 도형 29">
              <a:extLst>
                <a:ext uri="{FF2B5EF4-FFF2-40B4-BE49-F238E27FC236}">
                  <a16:creationId xmlns="" xmlns:a16="http://schemas.microsoft.com/office/drawing/2014/main" id="{1D784B37-183E-423A-AE81-5CBAC8968CFB}"/>
                </a:ext>
              </a:extLst>
            </p:cNvPr>
            <p:cNvSpPr/>
            <p:nvPr/>
          </p:nvSpPr>
          <p:spPr>
            <a:xfrm rot="5400000" flipH="1">
              <a:off x="6516322" y="3440993"/>
              <a:ext cx="432896" cy="470061"/>
            </a:xfrm>
            <a:custGeom>
              <a:avLst/>
              <a:gdLst>
                <a:gd name="connsiteX0" fmla="*/ 432896 w 432896"/>
                <a:gd name="connsiteY0" fmla="*/ 19392 h 470061"/>
                <a:gd name="connsiteX1" fmla="*/ 432896 w 432896"/>
                <a:gd name="connsiteY1" fmla="*/ 0 h 470061"/>
                <a:gd name="connsiteX2" fmla="*/ 0 w 432896"/>
                <a:gd name="connsiteY2" fmla="*/ 0 h 470061"/>
                <a:gd name="connsiteX3" fmla="*/ 0 w 432896"/>
                <a:gd name="connsiteY3" fmla="*/ 470061 h 470061"/>
                <a:gd name="connsiteX4" fmla="*/ 24495 w 432896"/>
                <a:gd name="connsiteY4" fmla="*/ 419212 h 470061"/>
                <a:gd name="connsiteX5" fmla="*/ 416339 w 432896"/>
                <a:gd name="connsiteY5" fmla="*/ 27368 h 47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896" h="470061">
                  <a:moveTo>
                    <a:pt x="432896" y="19392"/>
                  </a:moveTo>
                  <a:lnTo>
                    <a:pt x="432896" y="0"/>
                  </a:lnTo>
                  <a:lnTo>
                    <a:pt x="0" y="0"/>
                  </a:lnTo>
                  <a:lnTo>
                    <a:pt x="0" y="470061"/>
                  </a:lnTo>
                  <a:lnTo>
                    <a:pt x="24495" y="419212"/>
                  </a:lnTo>
                  <a:cubicBezTo>
                    <a:pt x="114384" y="253742"/>
                    <a:pt x="250869" y="117257"/>
                    <a:pt x="416339" y="273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자유형: 도형 30">
              <a:extLst>
                <a:ext uri="{FF2B5EF4-FFF2-40B4-BE49-F238E27FC236}">
                  <a16:creationId xmlns="" xmlns:a16="http://schemas.microsoft.com/office/drawing/2014/main" id="{94E0D773-490A-4901-8E9C-E5A613CE5700}"/>
                </a:ext>
              </a:extLst>
            </p:cNvPr>
            <p:cNvSpPr/>
            <p:nvPr/>
          </p:nvSpPr>
          <p:spPr>
            <a:xfrm>
              <a:off x="5199725" y="1785802"/>
              <a:ext cx="824275" cy="2106670"/>
            </a:xfrm>
            <a:custGeom>
              <a:avLst/>
              <a:gdLst>
                <a:gd name="connsiteX0" fmla="*/ 0 w 824275"/>
                <a:gd name="connsiteY0" fmla="*/ 0 h 2106670"/>
                <a:gd name="connsiteX1" fmla="*/ 217180 w 824275"/>
                <a:gd name="connsiteY1" fmla="*/ 0 h 2106670"/>
                <a:gd name="connsiteX2" fmla="*/ 434360 w 824275"/>
                <a:gd name="connsiteY2" fmla="*/ 217180 h 2106670"/>
                <a:gd name="connsiteX3" fmla="*/ 434360 w 824275"/>
                <a:gd name="connsiteY3" fmla="*/ 343374 h 2106670"/>
                <a:gd name="connsiteX4" fmla="*/ 824275 w 824275"/>
                <a:gd name="connsiteY4" fmla="*/ 343374 h 2106670"/>
                <a:gd name="connsiteX5" fmla="*/ 824275 w 824275"/>
                <a:gd name="connsiteY5" fmla="*/ 775827 h 2106670"/>
                <a:gd name="connsiteX6" fmla="*/ 434360 w 824275"/>
                <a:gd name="connsiteY6" fmla="*/ 775827 h 2106670"/>
                <a:gd name="connsiteX7" fmla="*/ 434360 w 824275"/>
                <a:gd name="connsiteY7" fmla="*/ 1226458 h 2106670"/>
                <a:gd name="connsiteX8" fmla="*/ 794173 w 824275"/>
                <a:gd name="connsiteY8" fmla="*/ 1667934 h 2106670"/>
                <a:gd name="connsiteX9" fmla="*/ 824275 w 824275"/>
                <a:gd name="connsiteY9" fmla="*/ 1670969 h 2106670"/>
                <a:gd name="connsiteX10" fmla="*/ 824275 w 824275"/>
                <a:gd name="connsiteY10" fmla="*/ 2106670 h 2106670"/>
                <a:gd name="connsiteX11" fmla="*/ 800273 w 824275"/>
                <a:gd name="connsiteY11" fmla="*/ 2105533 h 2106670"/>
                <a:gd name="connsiteX12" fmla="*/ 6467 w 824275"/>
                <a:gd name="connsiteY12" fmla="*/ 1316749 h 2106670"/>
                <a:gd name="connsiteX13" fmla="*/ 2572 w 824275"/>
                <a:gd name="connsiteY13" fmla="*/ 1239630 h 2106670"/>
                <a:gd name="connsiteX14" fmla="*/ 0 w 824275"/>
                <a:gd name="connsiteY14" fmla="*/ 1239630 h 2106670"/>
                <a:gd name="connsiteX15" fmla="*/ 0 w 824275"/>
                <a:gd name="connsiteY15" fmla="*/ 0 h 210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24275" h="2106670">
                  <a:moveTo>
                    <a:pt x="0" y="0"/>
                  </a:moveTo>
                  <a:lnTo>
                    <a:pt x="217180" y="0"/>
                  </a:lnTo>
                  <a:cubicBezTo>
                    <a:pt x="337125" y="0"/>
                    <a:pt x="434360" y="97235"/>
                    <a:pt x="434360" y="217180"/>
                  </a:cubicBezTo>
                  <a:lnTo>
                    <a:pt x="434360" y="343374"/>
                  </a:lnTo>
                  <a:lnTo>
                    <a:pt x="824275" y="343374"/>
                  </a:lnTo>
                  <a:lnTo>
                    <a:pt x="824275" y="775827"/>
                  </a:lnTo>
                  <a:lnTo>
                    <a:pt x="434360" y="775827"/>
                  </a:lnTo>
                  <a:lnTo>
                    <a:pt x="434360" y="1226458"/>
                  </a:lnTo>
                  <a:cubicBezTo>
                    <a:pt x="434360" y="1444226"/>
                    <a:pt x="588828" y="1625914"/>
                    <a:pt x="794173" y="1667934"/>
                  </a:cubicBezTo>
                  <a:lnTo>
                    <a:pt x="824275" y="1670969"/>
                  </a:lnTo>
                  <a:lnTo>
                    <a:pt x="824275" y="2106670"/>
                  </a:lnTo>
                  <a:lnTo>
                    <a:pt x="800273" y="2105533"/>
                  </a:lnTo>
                  <a:cubicBezTo>
                    <a:pt x="382044" y="2065725"/>
                    <a:pt x="48863" y="1734219"/>
                    <a:pt x="6467" y="1316749"/>
                  </a:cubicBezTo>
                  <a:lnTo>
                    <a:pt x="2572" y="1239630"/>
                  </a:lnTo>
                  <a:lnTo>
                    <a:pt x="0" y="123963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31">
              <a:extLst>
                <a:ext uri="{FF2B5EF4-FFF2-40B4-BE49-F238E27FC236}">
                  <a16:creationId xmlns="" xmlns:a16="http://schemas.microsoft.com/office/drawing/2014/main" id="{7C5DC6AE-971C-4594-8164-1E2E41D6C6CE}"/>
                </a:ext>
              </a:extLst>
            </p:cNvPr>
            <p:cNvSpPr/>
            <p:nvPr/>
          </p:nvSpPr>
          <p:spPr>
            <a:xfrm>
              <a:off x="6096000" y="2129177"/>
              <a:ext cx="871802" cy="1765601"/>
            </a:xfrm>
            <a:custGeom>
              <a:avLst/>
              <a:gdLst>
                <a:gd name="connsiteX0" fmla="*/ 0 w 871802"/>
                <a:gd name="connsiteY0" fmla="*/ 0 h 1765601"/>
                <a:gd name="connsiteX1" fmla="*/ 4988 w 871802"/>
                <a:gd name="connsiteY1" fmla="*/ 0 h 1765601"/>
                <a:gd name="connsiteX2" fmla="*/ 4988 w 871802"/>
                <a:gd name="connsiteY2" fmla="*/ 822 h 1765601"/>
                <a:gd name="connsiteX3" fmla="*/ 79007 w 871802"/>
                <a:gd name="connsiteY3" fmla="*/ 4559 h 1765601"/>
                <a:gd name="connsiteX4" fmla="*/ 871802 w 871802"/>
                <a:gd name="connsiteY4" fmla="*/ 883085 h 1765601"/>
                <a:gd name="connsiteX5" fmla="*/ 79007 w 871802"/>
                <a:gd name="connsiteY5" fmla="*/ 1761611 h 1765601"/>
                <a:gd name="connsiteX6" fmla="*/ 0 w 871802"/>
                <a:gd name="connsiteY6" fmla="*/ 1765601 h 1765601"/>
                <a:gd name="connsiteX7" fmla="*/ 0 w 871802"/>
                <a:gd name="connsiteY7" fmla="*/ 1332578 h 1765601"/>
                <a:gd name="connsiteX8" fmla="*/ 79534 w 871802"/>
                <a:gd name="connsiteY8" fmla="*/ 1324560 h 1765601"/>
                <a:gd name="connsiteX9" fmla="*/ 439347 w 871802"/>
                <a:gd name="connsiteY9" fmla="*/ 883084 h 1765601"/>
                <a:gd name="connsiteX10" fmla="*/ 79534 w 871802"/>
                <a:gd name="connsiteY10" fmla="*/ 441608 h 1765601"/>
                <a:gd name="connsiteX11" fmla="*/ 0 w 871802"/>
                <a:gd name="connsiteY11" fmla="*/ 433591 h 1765601"/>
                <a:gd name="connsiteX12" fmla="*/ 0 w 871802"/>
                <a:gd name="connsiteY12" fmla="*/ 0 h 176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1802" h="1765601">
                  <a:moveTo>
                    <a:pt x="0" y="0"/>
                  </a:moveTo>
                  <a:lnTo>
                    <a:pt x="4988" y="0"/>
                  </a:lnTo>
                  <a:lnTo>
                    <a:pt x="4988" y="822"/>
                  </a:lnTo>
                  <a:lnTo>
                    <a:pt x="79007" y="4559"/>
                  </a:lnTo>
                  <a:cubicBezTo>
                    <a:pt x="524308" y="49782"/>
                    <a:pt x="871802" y="425853"/>
                    <a:pt x="871802" y="883085"/>
                  </a:cubicBezTo>
                  <a:cubicBezTo>
                    <a:pt x="871802" y="1340317"/>
                    <a:pt x="524308" y="1716388"/>
                    <a:pt x="79007" y="1761611"/>
                  </a:cubicBezTo>
                  <a:lnTo>
                    <a:pt x="0" y="1765601"/>
                  </a:lnTo>
                  <a:lnTo>
                    <a:pt x="0" y="1332578"/>
                  </a:lnTo>
                  <a:lnTo>
                    <a:pt x="79534" y="1324560"/>
                  </a:lnTo>
                  <a:cubicBezTo>
                    <a:pt x="284879" y="1282540"/>
                    <a:pt x="439347" y="1100852"/>
                    <a:pt x="439347" y="883084"/>
                  </a:cubicBezTo>
                  <a:cubicBezTo>
                    <a:pt x="439347" y="665317"/>
                    <a:pt x="284879" y="483628"/>
                    <a:pt x="79534" y="441608"/>
                  </a:cubicBezTo>
                  <a:lnTo>
                    <a:pt x="0" y="4335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-1587" y="1647825"/>
            <a:ext cx="25200" cy="195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 flipH="1">
            <a:off x="752717" y="155432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 flipH="1">
            <a:off x="752717" y="186131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 flipH="1">
            <a:off x="752717" y="216830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이등변 삼각형 44"/>
          <p:cNvSpPr/>
          <p:nvPr/>
        </p:nvSpPr>
        <p:spPr>
          <a:xfrm rot="16200000" flipH="1">
            <a:off x="677684" y="171791"/>
            <a:ext cx="50148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="" xmlns:a16="http://schemas.microsoft.com/office/drawing/2014/main" id="{2D77FB4C-1E0D-4D5A-813A-8F852D214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039471"/>
              </p:ext>
            </p:extLst>
          </p:nvPr>
        </p:nvGraphicFramePr>
        <p:xfrm>
          <a:off x="0" y="423555"/>
          <a:ext cx="94156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5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INDEX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프로젝트 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데이터베이스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화면 </a:t>
                      </a: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UI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구성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주요코드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54660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참고 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691230201"/>
                  </a:ext>
                </a:extLst>
              </a:tr>
              <a:tr h="1483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B2BCC6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="" xmlns:a16="http://schemas.microsoft.com/office/drawing/2014/main" id="{A7828A47-2177-4A59-8E95-2D6E91E4E72D}"/>
              </a:ext>
            </a:extLst>
          </p:cNvPr>
          <p:cNvSpPr/>
          <p:nvPr/>
        </p:nvSpPr>
        <p:spPr>
          <a:xfrm>
            <a:off x="1367488" y="598325"/>
            <a:ext cx="8843312" cy="37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rgbClr val="778492"/>
                </a:solidFill>
              </a:rPr>
              <a:t>클래스</a:t>
            </a:r>
            <a:r>
              <a:rPr lang="en-US" altLang="ko-KR" b="1" dirty="0" smtClean="0">
                <a:solidFill>
                  <a:srgbClr val="778492"/>
                </a:solidFill>
              </a:rPr>
              <a:t>,XML </a:t>
            </a:r>
          </a:p>
          <a:p>
            <a:pPr>
              <a:lnSpc>
                <a:spcPct val="150000"/>
              </a:lnSpc>
            </a:pPr>
            <a:r>
              <a:rPr lang="ko-KR" altLang="en-US" b="1" dirty="0" err="1" smtClean="0">
                <a:solidFill>
                  <a:srgbClr val="778492"/>
                </a:solidFill>
              </a:rPr>
              <a:t>메인화</a:t>
            </a:r>
            <a:r>
              <a:rPr lang="ko-KR" altLang="en-US" b="1" dirty="0" err="1">
                <a:solidFill>
                  <a:srgbClr val="778492"/>
                </a:solidFill>
              </a:rPr>
              <a:t>면</a:t>
            </a:r>
            <a:r>
              <a:rPr lang="en-US" altLang="ko-KR" b="1" dirty="0" smtClean="0">
                <a:solidFill>
                  <a:srgbClr val="778492"/>
                </a:solidFill>
              </a:rPr>
              <a:t>     </a:t>
            </a:r>
            <a:r>
              <a:rPr lang="en-US" altLang="ko-KR" sz="1200" b="1" dirty="0" smtClean="0">
                <a:solidFill>
                  <a:srgbClr val="778492"/>
                </a:solidFill>
              </a:rPr>
              <a:t> </a:t>
            </a:r>
            <a:endParaRPr lang="en-US" altLang="ko-KR" sz="1200" b="1" dirty="0">
              <a:solidFill>
                <a:srgbClr val="778492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solidFill>
                <a:srgbClr val="77849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778492"/>
                </a:solidFill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778492"/>
                </a:solidFill>
              </a:rPr>
              <a:t>                </a:t>
            </a:r>
            <a:endParaRPr lang="en-US" altLang="ko-KR" sz="1200" dirty="0">
              <a:solidFill>
                <a:srgbClr val="778492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688" y="2234910"/>
            <a:ext cx="1247949" cy="60015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978" y="1423932"/>
            <a:ext cx="1095528" cy="80021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140" y="598325"/>
            <a:ext cx="7478169" cy="356284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6955" y="2877262"/>
            <a:ext cx="3791479" cy="2143424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4140" y="1105352"/>
            <a:ext cx="6373115" cy="400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4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941560" y="0"/>
            <a:ext cx="11250440" cy="389299"/>
          </a:xfrm>
          <a:prstGeom prst="rect">
            <a:avLst/>
          </a:prstGeom>
          <a:solidFill>
            <a:srgbClr val="EFF3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latinLnBrk="0">
              <a:defRPr/>
            </a:pPr>
            <a:r>
              <a:rPr lang="ko-KR" altLang="en-US" sz="1400" b="1" i="1" kern="0" dirty="0">
                <a:solidFill>
                  <a:srgbClr val="8E99A5"/>
                </a:solidFill>
              </a:rPr>
              <a:t>주요코드</a:t>
            </a:r>
            <a:endParaRPr lang="en-US" altLang="ko-KR" sz="1400" i="1" kern="0" dirty="0">
              <a:solidFill>
                <a:srgbClr val="8E99A5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41560" cy="389299"/>
          </a:xfrm>
          <a:prstGeom prst="rect">
            <a:avLst/>
          </a:prstGeom>
          <a:solidFill>
            <a:srgbClr val="7784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389299"/>
            <a:ext cx="941560" cy="6468701"/>
          </a:xfrm>
          <a:prstGeom prst="rect">
            <a:avLst/>
          </a:prstGeom>
          <a:solidFill>
            <a:srgbClr val="8F9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1220012" y="102987"/>
            <a:ext cx="165171" cy="201499"/>
            <a:chOff x="5638844" y="549275"/>
            <a:chExt cx="234693" cy="286312"/>
          </a:xfrm>
          <a:solidFill>
            <a:srgbClr val="8E99A5"/>
          </a:solidFill>
        </p:grpSpPr>
        <p:sp>
          <p:nvSpPr>
            <p:cNvPr id="33" name="원형: 비어 있음 8">
              <a:extLst>
                <a:ext uri="{FF2B5EF4-FFF2-40B4-BE49-F238E27FC236}">
                  <a16:creationId xmlns="" xmlns:a16="http://schemas.microsoft.com/office/drawing/2014/main" id="{24691D8F-A34D-4208-B337-BFB0C227FEB9}"/>
                </a:ext>
              </a:extLst>
            </p:cNvPr>
            <p:cNvSpPr/>
            <p:nvPr/>
          </p:nvSpPr>
          <p:spPr>
            <a:xfrm>
              <a:off x="5638844" y="549275"/>
              <a:ext cx="209550" cy="209550"/>
            </a:xfrm>
            <a:prstGeom prst="donut">
              <a:avLst>
                <a:gd name="adj" fmla="val 147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사각형: 둥근 모서리 10">
              <a:extLst>
                <a:ext uri="{FF2B5EF4-FFF2-40B4-BE49-F238E27FC236}">
                  <a16:creationId xmlns="" xmlns:a16="http://schemas.microsoft.com/office/drawing/2014/main" id="{5EF75DE8-682B-4DB3-B8F5-10BD07C33A06}"/>
                </a:ext>
              </a:extLst>
            </p:cNvPr>
            <p:cNvSpPr/>
            <p:nvPr/>
          </p:nvSpPr>
          <p:spPr>
            <a:xfrm rot="18900000">
              <a:off x="5837537" y="691587"/>
              <a:ext cx="36000" cy="144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="" xmlns:a16="http://schemas.microsoft.com/office/drawing/2014/main" id="{FB650653-64D2-403B-BC4A-F7742D2D5BB5}"/>
              </a:ext>
            </a:extLst>
          </p:cNvPr>
          <p:cNvGrpSpPr/>
          <p:nvPr/>
        </p:nvGrpSpPr>
        <p:grpSpPr>
          <a:xfrm>
            <a:off x="114401" y="99101"/>
            <a:ext cx="151448" cy="180648"/>
            <a:chOff x="5199725" y="1785802"/>
            <a:chExt cx="1768077" cy="2108976"/>
          </a:xfrm>
          <a:solidFill>
            <a:schemeClr val="bg1"/>
          </a:solidFill>
        </p:grpSpPr>
        <p:sp>
          <p:nvSpPr>
            <p:cNvPr id="39" name="자유형: 도형 29">
              <a:extLst>
                <a:ext uri="{FF2B5EF4-FFF2-40B4-BE49-F238E27FC236}">
                  <a16:creationId xmlns="" xmlns:a16="http://schemas.microsoft.com/office/drawing/2014/main" id="{1D784B37-183E-423A-AE81-5CBAC8968CFB}"/>
                </a:ext>
              </a:extLst>
            </p:cNvPr>
            <p:cNvSpPr/>
            <p:nvPr/>
          </p:nvSpPr>
          <p:spPr>
            <a:xfrm rot="5400000" flipH="1">
              <a:off x="6516322" y="3440993"/>
              <a:ext cx="432896" cy="470061"/>
            </a:xfrm>
            <a:custGeom>
              <a:avLst/>
              <a:gdLst>
                <a:gd name="connsiteX0" fmla="*/ 432896 w 432896"/>
                <a:gd name="connsiteY0" fmla="*/ 19392 h 470061"/>
                <a:gd name="connsiteX1" fmla="*/ 432896 w 432896"/>
                <a:gd name="connsiteY1" fmla="*/ 0 h 470061"/>
                <a:gd name="connsiteX2" fmla="*/ 0 w 432896"/>
                <a:gd name="connsiteY2" fmla="*/ 0 h 470061"/>
                <a:gd name="connsiteX3" fmla="*/ 0 w 432896"/>
                <a:gd name="connsiteY3" fmla="*/ 470061 h 470061"/>
                <a:gd name="connsiteX4" fmla="*/ 24495 w 432896"/>
                <a:gd name="connsiteY4" fmla="*/ 419212 h 470061"/>
                <a:gd name="connsiteX5" fmla="*/ 416339 w 432896"/>
                <a:gd name="connsiteY5" fmla="*/ 27368 h 47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896" h="470061">
                  <a:moveTo>
                    <a:pt x="432896" y="19392"/>
                  </a:moveTo>
                  <a:lnTo>
                    <a:pt x="432896" y="0"/>
                  </a:lnTo>
                  <a:lnTo>
                    <a:pt x="0" y="0"/>
                  </a:lnTo>
                  <a:lnTo>
                    <a:pt x="0" y="470061"/>
                  </a:lnTo>
                  <a:lnTo>
                    <a:pt x="24495" y="419212"/>
                  </a:lnTo>
                  <a:cubicBezTo>
                    <a:pt x="114384" y="253742"/>
                    <a:pt x="250869" y="117257"/>
                    <a:pt x="416339" y="273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자유형: 도형 30">
              <a:extLst>
                <a:ext uri="{FF2B5EF4-FFF2-40B4-BE49-F238E27FC236}">
                  <a16:creationId xmlns="" xmlns:a16="http://schemas.microsoft.com/office/drawing/2014/main" id="{94E0D773-490A-4901-8E9C-E5A613CE5700}"/>
                </a:ext>
              </a:extLst>
            </p:cNvPr>
            <p:cNvSpPr/>
            <p:nvPr/>
          </p:nvSpPr>
          <p:spPr>
            <a:xfrm>
              <a:off x="5199725" y="1785802"/>
              <a:ext cx="824275" cy="2106670"/>
            </a:xfrm>
            <a:custGeom>
              <a:avLst/>
              <a:gdLst>
                <a:gd name="connsiteX0" fmla="*/ 0 w 824275"/>
                <a:gd name="connsiteY0" fmla="*/ 0 h 2106670"/>
                <a:gd name="connsiteX1" fmla="*/ 217180 w 824275"/>
                <a:gd name="connsiteY1" fmla="*/ 0 h 2106670"/>
                <a:gd name="connsiteX2" fmla="*/ 434360 w 824275"/>
                <a:gd name="connsiteY2" fmla="*/ 217180 h 2106670"/>
                <a:gd name="connsiteX3" fmla="*/ 434360 w 824275"/>
                <a:gd name="connsiteY3" fmla="*/ 343374 h 2106670"/>
                <a:gd name="connsiteX4" fmla="*/ 824275 w 824275"/>
                <a:gd name="connsiteY4" fmla="*/ 343374 h 2106670"/>
                <a:gd name="connsiteX5" fmla="*/ 824275 w 824275"/>
                <a:gd name="connsiteY5" fmla="*/ 775827 h 2106670"/>
                <a:gd name="connsiteX6" fmla="*/ 434360 w 824275"/>
                <a:gd name="connsiteY6" fmla="*/ 775827 h 2106670"/>
                <a:gd name="connsiteX7" fmla="*/ 434360 w 824275"/>
                <a:gd name="connsiteY7" fmla="*/ 1226458 h 2106670"/>
                <a:gd name="connsiteX8" fmla="*/ 794173 w 824275"/>
                <a:gd name="connsiteY8" fmla="*/ 1667934 h 2106670"/>
                <a:gd name="connsiteX9" fmla="*/ 824275 w 824275"/>
                <a:gd name="connsiteY9" fmla="*/ 1670969 h 2106670"/>
                <a:gd name="connsiteX10" fmla="*/ 824275 w 824275"/>
                <a:gd name="connsiteY10" fmla="*/ 2106670 h 2106670"/>
                <a:gd name="connsiteX11" fmla="*/ 800273 w 824275"/>
                <a:gd name="connsiteY11" fmla="*/ 2105533 h 2106670"/>
                <a:gd name="connsiteX12" fmla="*/ 6467 w 824275"/>
                <a:gd name="connsiteY12" fmla="*/ 1316749 h 2106670"/>
                <a:gd name="connsiteX13" fmla="*/ 2572 w 824275"/>
                <a:gd name="connsiteY13" fmla="*/ 1239630 h 2106670"/>
                <a:gd name="connsiteX14" fmla="*/ 0 w 824275"/>
                <a:gd name="connsiteY14" fmla="*/ 1239630 h 2106670"/>
                <a:gd name="connsiteX15" fmla="*/ 0 w 824275"/>
                <a:gd name="connsiteY15" fmla="*/ 0 h 210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24275" h="2106670">
                  <a:moveTo>
                    <a:pt x="0" y="0"/>
                  </a:moveTo>
                  <a:lnTo>
                    <a:pt x="217180" y="0"/>
                  </a:lnTo>
                  <a:cubicBezTo>
                    <a:pt x="337125" y="0"/>
                    <a:pt x="434360" y="97235"/>
                    <a:pt x="434360" y="217180"/>
                  </a:cubicBezTo>
                  <a:lnTo>
                    <a:pt x="434360" y="343374"/>
                  </a:lnTo>
                  <a:lnTo>
                    <a:pt x="824275" y="343374"/>
                  </a:lnTo>
                  <a:lnTo>
                    <a:pt x="824275" y="775827"/>
                  </a:lnTo>
                  <a:lnTo>
                    <a:pt x="434360" y="775827"/>
                  </a:lnTo>
                  <a:lnTo>
                    <a:pt x="434360" y="1226458"/>
                  </a:lnTo>
                  <a:cubicBezTo>
                    <a:pt x="434360" y="1444226"/>
                    <a:pt x="588828" y="1625914"/>
                    <a:pt x="794173" y="1667934"/>
                  </a:cubicBezTo>
                  <a:lnTo>
                    <a:pt x="824275" y="1670969"/>
                  </a:lnTo>
                  <a:lnTo>
                    <a:pt x="824275" y="2106670"/>
                  </a:lnTo>
                  <a:lnTo>
                    <a:pt x="800273" y="2105533"/>
                  </a:lnTo>
                  <a:cubicBezTo>
                    <a:pt x="382044" y="2065725"/>
                    <a:pt x="48863" y="1734219"/>
                    <a:pt x="6467" y="1316749"/>
                  </a:cubicBezTo>
                  <a:lnTo>
                    <a:pt x="2572" y="1239630"/>
                  </a:lnTo>
                  <a:lnTo>
                    <a:pt x="0" y="123963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31">
              <a:extLst>
                <a:ext uri="{FF2B5EF4-FFF2-40B4-BE49-F238E27FC236}">
                  <a16:creationId xmlns="" xmlns:a16="http://schemas.microsoft.com/office/drawing/2014/main" id="{7C5DC6AE-971C-4594-8164-1E2E41D6C6CE}"/>
                </a:ext>
              </a:extLst>
            </p:cNvPr>
            <p:cNvSpPr/>
            <p:nvPr/>
          </p:nvSpPr>
          <p:spPr>
            <a:xfrm>
              <a:off x="6096000" y="2129177"/>
              <a:ext cx="871802" cy="1765601"/>
            </a:xfrm>
            <a:custGeom>
              <a:avLst/>
              <a:gdLst>
                <a:gd name="connsiteX0" fmla="*/ 0 w 871802"/>
                <a:gd name="connsiteY0" fmla="*/ 0 h 1765601"/>
                <a:gd name="connsiteX1" fmla="*/ 4988 w 871802"/>
                <a:gd name="connsiteY1" fmla="*/ 0 h 1765601"/>
                <a:gd name="connsiteX2" fmla="*/ 4988 w 871802"/>
                <a:gd name="connsiteY2" fmla="*/ 822 h 1765601"/>
                <a:gd name="connsiteX3" fmla="*/ 79007 w 871802"/>
                <a:gd name="connsiteY3" fmla="*/ 4559 h 1765601"/>
                <a:gd name="connsiteX4" fmla="*/ 871802 w 871802"/>
                <a:gd name="connsiteY4" fmla="*/ 883085 h 1765601"/>
                <a:gd name="connsiteX5" fmla="*/ 79007 w 871802"/>
                <a:gd name="connsiteY5" fmla="*/ 1761611 h 1765601"/>
                <a:gd name="connsiteX6" fmla="*/ 0 w 871802"/>
                <a:gd name="connsiteY6" fmla="*/ 1765601 h 1765601"/>
                <a:gd name="connsiteX7" fmla="*/ 0 w 871802"/>
                <a:gd name="connsiteY7" fmla="*/ 1332578 h 1765601"/>
                <a:gd name="connsiteX8" fmla="*/ 79534 w 871802"/>
                <a:gd name="connsiteY8" fmla="*/ 1324560 h 1765601"/>
                <a:gd name="connsiteX9" fmla="*/ 439347 w 871802"/>
                <a:gd name="connsiteY9" fmla="*/ 883084 h 1765601"/>
                <a:gd name="connsiteX10" fmla="*/ 79534 w 871802"/>
                <a:gd name="connsiteY10" fmla="*/ 441608 h 1765601"/>
                <a:gd name="connsiteX11" fmla="*/ 0 w 871802"/>
                <a:gd name="connsiteY11" fmla="*/ 433591 h 1765601"/>
                <a:gd name="connsiteX12" fmla="*/ 0 w 871802"/>
                <a:gd name="connsiteY12" fmla="*/ 0 h 176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1802" h="1765601">
                  <a:moveTo>
                    <a:pt x="0" y="0"/>
                  </a:moveTo>
                  <a:lnTo>
                    <a:pt x="4988" y="0"/>
                  </a:lnTo>
                  <a:lnTo>
                    <a:pt x="4988" y="822"/>
                  </a:lnTo>
                  <a:lnTo>
                    <a:pt x="79007" y="4559"/>
                  </a:lnTo>
                  <a:cubicBezTo>
                    <a:pt x="524308" y="49782"/>
                    <a:pt x="871802" y="425853"/>
                    <a:pt x="871802" y="883085"/>
                  </a:cubicBezTo>
                  <a:cubicBezTo>
                    <a:pt x="871802" y="1340317"/>
                    <a:pt x="524308" y="1716388"/>
                    <a:pt x="79007" y="1761611"/>
                  </a:cubicBezTo>
                  <a:lnTo>
                    <a:pt x="0" y="1765601"/>
                  </a:lnTo>
                  <a:lnTo>
                    <a:pt x="0" y="1332578"/>
                  </a:lnTo>
                  <a:lnTo>
                    <a:pt x="79534" y="1324560"/>
                  </a:lnTo>
                  <a:cubicBezTo>
                    <a:pt x="284879" y="1282540"/>
                    <a:pt x="439347" y="1100852"/>
                    <a:pt x="439347" y="883084"/>
                  </a:cubicBezTo>
                  <a:cubicBezTo>
                    <a:pt x="439347" y="665317"/>
                    <a:pt x="284879" y="483628"/>
                    <a:pt x="79534" y="441608"/>
                  </a:cubicBezTo>
                  <a:lnTo>
                    <a:pt x="0" y="4335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-1587" y="1647825"/>
            <a:ext cx="25200" cy="195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 flipH="1">
            <a:off x="752717" y="155432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 flipH="1">
            <a:off x="752717" y="186131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 flipH="1">
            <a:off x="752717" y="216830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이등변 삼각형 44"/>
          <p:cNvSpPr/>
          <p:nvPr/>
        </p:nvSpPr>
        <p:spPr>
          <a:xfrm rot="16200000" flipH="1">
            <a:off x="677684" y="171791"/>
            <a:ext cx="50148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="" xmlns:a16="http://schemas.microsoft.com/office/drawing/2014/main" id="{2D77FB4C-1E0D-4D5A-813A-8F852D214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513208"/>
              </p:ext>
            </p:extLst>
          </p:nvPr>
        </p:nvGraphicFramePr>
        <p:xfrm>
          <a:off x="0" y="423555"/>
          <a:ext cx="94156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5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INDEX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프로젝트 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데이터베이스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화면 </a:t>
                      </a: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UI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구성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주요코드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54660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참고 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691230201"/>
                  </a:ext>
                </a:extLst>
              </a:tr>
              <a:tr h="1483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B2BCC6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="" xmlns:a16="http://schemas.microsoft.com/office/drawing/2014/main" id="{A7828A47-2177-4A59-8E95-2D6E91E4E72D}"/>
              </a:ext>
            </a:extLst>
          </p:cNvPr>
          <p:cNvSpPr/>
          <p:nvPr/>
        </p:nvSpPr>
        <p:spPr>
          <a:xfrm>
            <a:off x="1367488" y="598325"/>
            <a:ext cx="8843312" cy="37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ko-KR" altLang="en-US" b="1" dirty="0" smtClean="0">
                <a:solidFill>
                  <a:srgbClr val="778492"/>
                </a:solidFill>
              </a:rPr>
              <a:t>추가 조회 수정 삭제</a:t>
            </a:r>
            <a:r>
              <a:rPr lang="en-US" altLang="ko-KR" b="1" dirty="0" smtClean="0">
                <a:solidFill>
                  <a:srgbClr val="778492"/>
                </a:solidFill>
              </a:rPr>
              <a:t>     </a:t>
            </a:r>
            <a:r>
              <a:rPr lang="en-US" altLang="ko-KR" sz="1200" b="1" dirty="0" smtClean="0">
                <a:solidFill>
                  <a:srgbClr val="778492"/>
                </a:solidFill>
              </a:rPr>
              <a:t> </a:t>
            </a:r>
            <a:endParaRPr lang="en-US" altLang="ko-KR" sz="1200" b="1" dirty="0">
              <a:solidFill>
                <a:srgbClr val="778492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solidFill>
                <a:srgbClr val="77849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778492"/>
                </a:solidFill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778492"/>
                </a:solidFill>
              </a:rPr>
              <a:t>                </a:t>
            </a:r>
            <a:endParaRPr lang="en-US" altLang="ko-KR" sz="1200" dirty="0">
              <a:solidFill>
                <a:srgbClr val="778492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8519" y="1200230"/>
            <a:ext cx="8592750" cy="346758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327" y="2789549"/>
            <a:ext cx="8116433" cy="1562318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787" y="1038144"/>
            <a:ext cx="7602011" cy="4629796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77" y="1002606"/>
            <a:ext cx="8535592" cy="4629796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480" y="2202841"/>
            <a:ext cx="7173327" cy="1705213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2480" y="1269260"/>
            <a:ext cx="7582959" cy="3572374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3533" y="2402893"/>
            <a:ext cx="7201906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8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941560" y="0"/>
            <a:ext cx="11250440" cy="389299"/>
          </a:xfrm>
          <a:prstGeom prst="rect">
            <a:avLst/>
          </a:prstGeom>
          <a:solidFill>
            <a:srgbClr val="EFF3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latinLnBrk="0">
              <a:defRPr/>
            </a:pPr>
            <a:r>
              <a:rPr lang="ko-KR" altLang="en-US" sz="1400" b="1" i="1" kern="0" dirty="0">
                <a:solidFill>
                  <a:srgbClr val="8E99A5"/>
                </a:solidFill>
              </a:rPr>
              <a:t>주요코드</a:t>
            </a:r>
            <a:endParaRPr lang="en-US" altLang="ko-KR" sz="1400" i="1" kern="0" dirty="0">
              <a:solidFill>
                <a:srgbClr val="8E99A5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41560" cy="389299"/>
          </a:xfrm>
          <a:prstGeom prst="rect">
            <a:avLst/>
          </a:prstGeom>
          <a:solidFill>
            <a:srgbClr val="7784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389299"/>
            <a:ext cx="941560" cy="6468701"/>
          </a:xfrm>
          <a:prstGeom prst="rect">
            <a:avLst/>
          </a:prstGeom>
          <a:solidFill>
            <a:srgbClr val="8F9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1220012" y="102987"/>
            <a:ext cx="165171" cy="201499"/>
            <a:chOff x="5638844" y="549275"/>
            <a:chExt cx="234693" cy="286312"/>
          </a:xfrm>
          <a:solidFill>
            <a:srgbClr val="8E99A5"/>
          </a:solidFill>
        </p:grpSpPr>
        <p:sp>
          <p:nvSpPr>
            <p:cNvPr id="33" name="원형: 비어 있음 8">
              <a:extLst>
                <a:ext uri="{FF2B5EF4-FFF2-40B4-BE49-F238E27FC236}">
                  <a16:creationId xmlns="" xmlns:a16="http://schemas.microsoft.com/office/drawing/2014/main" id="{24691D8F-A34D-4208-B337-BFB0C227FEB9}"/>
                </a:ext>
              </a:extLst>
            </p:cNvPr>
            <p:cNvSpPr/>
            <p:nvPr/>
          </p:nvSpPr>
          <p:spPr>
            <a:xfrm>
              <a:off x="5638844" y="549275"/>
              <a:ext cx="209550" cy="209550"/>
            </a:xfrm>
            <a:prstGeom prst="donut">
              <a:avLst>
                <a:gd name="adj" fmla="val 147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사각형: 둥근 모서리 10">
              <a:extLst>
                <a:ext uri="{FF2B5EF4-FFF2-40B4-BE49-F238E27FC236}">
                  <a16:creationId xmlns="" xmlns:a16="http://schemas.microsoft.com/office/drawing/2014/main" id="{5EF75DE8-682B-4DB3-B8F5-10BD07C33A06}"/>
                </a:ext>
              </a:extLst>
            </p:cNvPr>
            <p:cNvSpPr/>
            <p:nvPr/>
          </p:nvSpPr>
          <p:spPr>
            <a:xfrm rot="18900000">
              <a:off x="5837537" y="691587"/>
              <a:ext cx="36000" cy="144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="" xmlns:a16="http://schemas.microsoft.com/office/drawing/2014/main" id="{FB650653-64D2-403B-BC4A-F7742D2D5BB5}"/>
              </a:ext>
            </a:extLst>
          </p:cNvPr>
          <p:cNvGrpSpPr/>
          <p:nvPr/>
        </p:nvGrpSpPr>
        <p:grpSpPr>
          <a:xfrm>
            <a:off x="114401" y="99101"/>
            <a:ext cx="151448" cy="180648"/>
            <a:chOff x="5199725" y="1785802"/>
            <a:chExt cx="1768077" cy="2108976"/>
          </a:xfrm>
          <a:solidFill>
            <a:schemeClr val="bg1"/>
          </a:solidFill>
        </p:grpSpPr>
        <p:sp>
          <p:nvSpPr>
            <p:cNvPr id="39" name="자유형: 도형 29">
              <a:extLst>
                <a:ext uri="{FF2B5EF4-FFF2-40B4-BE49-F238E27FC236}">
                  <a16:creationId xmlns="" xmlns:a16="http://schemas.microsoft.com/office/drawing/2014/main" id="{1D784B37-183E-423A-AE81-5CBAC8968CFB}"/>
                </a:ext>
              </a:extLst>
            </p:cNvPr>
            <p:cNvSpPr/>
            <p:nvPr/>
          </p:nvSpPr>
          <p:spPr>
            <a:xfrm rot="5400000" flipH="1">
              <a:off x="6516322" y="3440993"/>
              <a:ext cx="432896" cy="470061"/>
            </a:xfrm>
            <a:custGeom>
              <a:avLst/>
              <a:gdLst>
                <a:gd name="connsiteX0" fmla="*/ 432896 w 432896"/>
                <a:gd name="connsiteY0" fmla="*/ 19392 h 470061"/>
                <a:gd name="connsiteX1" fmla="*/ 432896 w 432896"/>
                <a:gd name="connsiteY1" fmla="*/ 0 h 470061"/>
                <a:gd name="connsiteX2" fmla="*/ 0 w 432896"/>
                <a:gd name="connsiteY2" fmla="*/ 0 h 470061"/>
                <a:gd name="connsiteX3" fmla="*/ 0 w 432896"/>
                <a:gd name="connsiteY3" fmla="*/ 470061 h 470061"/>
                <a:gd name="connsiteX4" fmla="*/ 24495 w 432896"/>
                <a:gd name="connsiteY4" fmla="*/ 419212 h 470061"/>
                <a:gd name="connsiteX5" fmla="*/ 416339 w 432896"/>
                <a:gd name="connsiteY5" fmla="*/ 27368 h 47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896" h="470061">
                  <a:moveTo>
                    <a:pt x="432896" y="19392"/>
                  </a:moveTo>
                  <a:lnTo>
                    <a:pt x="432896" y="0"/>
                  </a:lnTo>
                  <a:lnTo>
                    <a:pt x="0" y="0"/>
                  </a:lnTo>
                  <a:lnTo>
                    <a:pt x="0" y="470061"/>
                  </a:lnTo>
                  <a:lnTo>
                    <a:pt x="24495" y="419212"/>
                  </a:lnTo>
                  <a:cubicBezTo>
                    <a:pt x="114384" y="253742"/>
                    <a:pt x="250869" y="117257"/>
                    <a:pt x="416339" y="273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자유형: 도형 30">
              <a:extLst>
                <a:ext uri="{FF2B5EF4-FFF2-40B4-BE49-F238E27FC236}">
                  <a16:creationId xmlns="" xmlns:a16="http://schemas.microsoft.com/office/drawing/2014/main" id="{94E0D773-490A-4901-8E9C-E5A613CE5700}"/>
                </a:ext>
              </a:extLst>
            </p:cNvPr>
            <p:cNvSpPr/>
            <p:nvPr/>
          </p:nvSpPr>
          <p:spPr>
            <a:xfrm>
              <a:off x="5199725" y="1785802"/>
              <a:ext cx="824275" cy="2106670"/>
            </a:xfrm>
            <a:custGeom>
              <a:avLst/>
              <a:gdLst>
                <a:gd name="connsiteX0" fmla="*/ 0 w 824275"/>
                <a:gd name="connsiteY0" fmla="*/ 0 h 2106670"/>
                <a:gd name="connsiteX1" fmla="*/ 217180 w 824275"/>
                <a:gd name="connsiteY1" fmla="*/ 0 h 2106670"/>
                <a:gd name="connsiteX2" fmla="*/ 434360 w 824275"/>
                <a:gd name="connsiteY2" fmla="*/ 217180 h 2106670"/>
                <a:gd name="connsiteX3" fmla="*/ 434360 w 824275"/>
                <a:gd name="connsiteY3" fmla="*/ 343374 h 2106670"/>
                <a:gd name="connsiteX4" fmla="*/ 824275 w 824275"/>
                <a:gd name="connsiteY4" fmla="*/ 343374 h 2106670"/>
                <a:gd name="connsiteX5" fmla="*/ 824275 w 824275"/>
                <a:gd name="connsiteY5" fmla="*/ 775827 h 2106670"/>
                <a:gd name="connsiteX6" fmla="*/ 434360 w 824275"/>
                <a:gd name="connsiteY6" fmla="*/ 775827 h 2106670"/>
                <a:gd name="connsiteX7" fmla="*/ 434360 w 824275"/>
                <a:gd name="connsiteY7" fmla="*/ 1226458 h 2106670"/>
                <a:gd name="connsiteX8" fmla="*/ 794173 w 824275"/>
                <a:gd name="connsiteY8" fmla="*/ 1667934 h 2106670"/>
                <a:gd name="connsiteX9" fmla="*/ 824275 w 824275"/>
                <a:gd name="connsiteY9" fmla="*/ 1670969 h 2106670"/>
                <a:gd name="connsiteX10" fmla="*/ 824275 w 824275"/>
                <a:gd name="connsiteY10" fmla="*/ 2106670 h 2106670"/>
                <a:gd name="connsiteX11" fmla="*/ 800273 w 824275"/>
                <a:gd name="connsiteY11" fmla="*/ 2105533 h 2106670"/>
                <a:gd name="connsiteX12" fmla="*/ 6467 w 824275"/>
                <a:gd name="connsiteY12" fmla="*/ 1316749 h 2106670"/>
                <a:gd name="connsiteX13" fmla="*/ 2572 w 824275"/>
                <a:gd name="connsiteY13" fmla="*/ 1239630 h 2106670"/>
                <a:gd name="connsiteX14" fmla="*/ 0 w 824275"/>
                <a:gd name="connsiteY14" fmla="*/ 1239630 h 2106670"/>
                <a:gd name="connsiteX15" fmla="*/ 0 w 824275"/>
                <a:gd name="connsiteY15" fmla="*/ 0 h 210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24275" h="2106670">
                  <a:moveTo>
                    <a:pt x="0" y="0"/>
                  </a:moveTo>
                  <a:lnTo>
                    <a:pt x="217180" y="0"/>
                  </a:lnTo>
                  <a:cubicBezTo>
                    <a:pt x="337125" y="0"/>
                    <a:pt x="434360" y="97235"/>
                    <a:pt x="434360" y="217180"/>
                  </a:cubicBezTo>
                  <a:lnTo>
                    <a:pt x="434360" y="343374"/>
                  </a:lnTo>
                  <a:lnTo>
                    <a:pt x="824275" y="343374"/>
                  </a:lnTo>
                  <a:lnTo>
                    <a:pt x="824275" y="775827"/>
                  </a:lnTo>
                  <a:lnTo>
                    <a:pt x="434360" y="775827"/>
                  </a:lnTo>
                  <a:lnTo>
                    <a:pt x="434360" y="1226458"/>
                  </a:lnTo>
                  <a:cubicBezTo>
                    <a:pt x="434360" y="1444226"/>
                    <a:pt x="588828" y="1625914"/>
                    <a:pt x="794173" y="1667934"/>
                  </a:cubicBezTo>
                  <a:lnTo>
                    <a:pt x="824275" y="1670969"/>
                  </a:lnTo>
                  <a:lnTo>
                    <a:pt x="824275" y="2106670"/>
                  </a:lnTo>
                  <a:lnTo>
                    <a:pt x="800273" y="2105533"/>
                  </a:lnTo>
                  <a:cubicBezTo>
                    <a:pt x="382044" y="2065725"/>
                    <a:pt x="48863" y="1734219"/>
                    <a:pt x="6467" y="1316749"/>
                  </a:cubicBezTo>
                  <a:lnTo>
                    <a:pt x="2572" y="1239630"/>
                  </a:lnTo>
                  <a:lnTo>
                    <a:pt x="0" y="123963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31">
              <a:extLst>
                <a:ext uri="{FF2B5EF4-FFF2-40B4-BE49-F238E27FC236}">
                  <a16:creationId xmlns="" xmlns:a16="http://schemas.microsoft.com/office/drawing/2014/main" id="{7C5DC6AE-971C-4594-8164-1E2E41D6C6CE}"/>
                </a:ext>
              </a:extLst>
            </p:cNvPr>
            <p:cNvSpPr/>
            <p:nvPr/>
          </p:nvSpPr>
          <p:spPr>
            <a:xfrm>
              <a:off x="6096000" y="2129177"/>
              <a:ext cx="871802" cy="1765601"/>
            </a:xfrm>
            <a:custGeom>
              <a:avLst/>
              <a:gdLst>
                <a:gd name="connsiteX0" fmla="*/ 0 w 871802"/>
                <a:gd name="connsiteY0" fmla="*/ 0 h 1765601"/>
                <a:gd name="connsiteX1" fmla="*/ 4988 w 871802"/>
                <a:gd name="connsiteY1" fmla="*/ 0 h 1765601"/>
                <a:gd name="connsiteX2" fmla="*/ 4988 w 871802"/>
                <a:gd name="connsiteY2" fmla="*/ 822 h 1765601"/>
                <a:gd name="connsiteX3" fmla="*/ 79007 w 871802"/>
                <a:gd name="connsiteY3" fmla="*/ 4559 h 1765601"/>
                <a:gd name="connsiteX4" fmla="*/ 871802 w 871802"/>
                <a:gd name="connsiteY4" fmla="*/ 883085 h 1765601"/>
                <a:gd name="connsiteX5" fmla="*/ 79007 w 871802"/>
                <a:gd name="connsiteY5" fmla="*/ 1761611 h 1765601"/>
                <a:gd name="connsiteX6" fmla="*/ 0 w 871802"/>
                <a:gd name="connsiteY6" fmla="*/ 1765601 h 1765601"/>
                <a:gd name="connsiteX7" fmla="*/ 0 w 871802"/>
                <a:gd name="connsiteY7" fmla="*/ 1332578 h 1765601"/>
                <a:gd name="connsiteX8" fmla="*/ 79534 w 871802"/>
                <a:gd name="connsiteY8" fmla="*/ 1324560 h 1765601"/>
                <a:gd name="connsiteX9" fmla="*/ 439347 w 871802"/>
                <a:gd name="connsiteY9" fmla="*/ 883084 h 1765601"/>
                <a:gd name="connsiteX10" fmla="*/ 79534 w 871802"/>
                <a:gd name="connsiteY10" fmla="*/ 441608 h 1765601"/>
                <a:gd name="connsiteX11" fmla="*/ 0 w 871802"/>
                <a:gd name="connsiteY11" fmla="*/ 433591 h 1765601"/>
                <a:gd name="connsiteX12" fmla="*/ 0 w 871802"/>
                <a:gd name="connsiteY12" fmla="*/ 0 h 176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1802" h="1765601">
                  <a:moveTo>
                    <a:pt x="0" y="0"/>
                  </a:moveTo>
                  <a:lnTo>
                    <a:pt x="4988" y="0"/>
                  </a:lnTo>
                  <a:lnTo>
                    <a:pt x="4988" y="822"/>
                  </a:lnTo>
                  <a:lnTo>
                    <a:pt x="79007" y="4559"/>
                  </a:lnTo>
                  <a:cubicBezTo>
                    <a:pt x="524308" y="49782"/>
                    <a:pt x="871802" y="425853"/>
                    <a:pt x="871802" y="883085"/>
                  </a:cubicBezTo>
                  <a:cubicBezTo>
                    <a:pt x="871802" y="1340317"/>
                    <a:pt x="524308" y="1716388"/>
                    <a:pt x="79007" y="1761611"/>
                  </a:cubicBezTo>
                  <a:lnTo>
                    <a:pt x="0" y="1765601"/>
                  </a:lnTo>
                  <a:lnTo>
                    <a:pt x="0" y="1332578"/>
                  </a:lnTo>
                  <a:lnTo>
                    <a:pt x="79534" y="1324560"/>
                  </a:lnTo>
                  <a:cubicBezTo>
                    <a:pt x="284879" y="1282540"/>
                    <a:pt x="439347" y="1100852"/>
                    <a:pt x="439347" y="883084"/>
                  </a:cubicBezTo>
                  <a:cubicBezTo>
                    <a:pt x="439347" y="665317"/>
                    <a:pt x="284879" y="483628"/>
                    <a:pt x="79534" y="441608"/>
                  </a:cubicBezTo>
                  <a:lnTo>
                    <a:pt x="0" y="4335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-1587" y="1647825"/>
            <a:ext cx="25200" cy="195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 flipH="1">
            <a:off x="752717" y="155432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 flipH="1">
            <a:off x="752717" y="186131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 flipH="1">
            <a:off x="752717" y="216830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이등변 삼각형 44"/>
          <p:cNvSpPr/>
          <p:nvPr/>
        </p:nvSpPr>
        <p:spPr>
          <a:xfrm rot="16200000" flipH="1">
            <a:off x="677684" y="171791"/>
            <a:ext cx="50148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="" xmlns:a16="http://schemas.microsoft.com/office/drawing/2014/main" id="{2D77FB4C-1E0D-4D5A-813A-8F852D214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716731"/>
              </p:ext>
            </p:extLst>
          </p:nvPr>
        </p:nvGraphicFramePr>
        <p:xfrm>
          <a:off x="0" y="423555"/>
          <a:ext cx="94156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5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INDEX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프로젝트 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데이터베이스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화면 </a:t>
                      </a: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UI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구성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주요코드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54660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참고 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691230201"/>
                  </a:ext>
                </a:extLst>
              </a:tr>
              <a:tr h="1483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B2BCC6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="" xmlns:a16="http://schemas.microsoft.com/office/drawing/2014/main" id="{A7828A47-2177-4A59-8E95-2D6E91E4E72D}"/>
              </a:ext>
            </a:extLst>
          </p:cNvPr>
          <p:cNvSpPr/>
          <p:nvPr/>
        </p:nvSpPr>
        <p:spPr>
          <a:xfrm>
            <a:off x="1367488" y="598325"/>
            <a:ext cx="8843312" cy="37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b="1" dirty="0" smtClean="0">
                <a:solidFill>
                  <a:srgbClr val="778492"/>
                </a:solidFill>
              </a:rPr>
              <a:t>PHP </a:t>
            </a:r>
            <a:r>
              <a:rPr lang="ko-KR" altLang="en-US" b="1" dirty="0" smtClean="0">
                <a:solidFill>
                  <a:srgbClr val="778492"/>
                </a:solidFill>
              </a:rPr>
              <a:t>파일</a:t>
            </a:r>
            <a:endParaRPr lang="en-US" altLang="ko-KR" b="1" dirty="0" smtClean="0">
              <a:solidFill>
                <a:srgbClr val="77849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b="1" dirty="0" smtClean="0">
                <a:solidFill>
                  <a:srgbClr val="778492"/>
                </a:solidFill>
              </a:rPr>
              <a:t>     </a:t>
            </a:r>
            <a:r>
              <a:rPr lang="en-US" altLang="ko-KR" sz="1200" b="1" dirty="0" smtClean="0">
                <a:solidFill>
                  <a:srgbClr val="778492"/>
                </a:solidFill>
              </a:rPr>
              <a:t> </a:t>
            </a:r>
            <a:endParaRPr lang="en-US" altLang="ko-KR" sz="1200" b="1" dirty="0">
              <a:solidFill>
                <a:srgbClr val="778492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solidFill>
                <a:srgbClr val="77849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778492"/>
                </a:solidFill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778492"/>
                </a:solidFill>
              </a:rPr>
              <a:t>                </a:t>
            </a:r>
            <a:endParaRPr lang="en-US" altLang="ko-KR" sz="1200" dirty="0">
              <a:solidFill>
                <a:srgbClr val="778492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9127" y="894996"/>
            <a:ext cx="5153745" cy="5068008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3417" y="828312"/>
            <a:ext cx="5125166" cy="5201376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5600" y="1590418"/>
            <a:ext cx="6620799" cy="3677163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1731" y="1847629"/>
            <a:ext cx="7068537" cy="3162742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4444" y="1942892"/>
            <a:ext cx="4563112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708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941560" y="0"/>
            <a:ext cx="11250440" cy="389299"/>
          </a:xfrm>
          <a:prstGeom prst="rect">
            <a:avLst/>
          </a:prstGeom>
          <a:solidFill>
            <a:srgbClr val="EFF3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latinLnBrk="0">
              <a:defRPr/>
            </a:pPr>
            <a:r>
              <a:rPr lang="ko-KR" altLang="en-US" sz="1400" b="1" i="1" kern="0" dirty="0">
                <a:solidFill>
                  <a:srgbClr val="8E99A5"/>
                </a:solidFill>
              </a:rPr>
              <a:t>주요코드</a:t>
            </a:r>
            <a:endParaRPr lang="en-US" altLang="ko-KR" sz="1400" i="1" kern="0" dirty="0">
              <a:solidFill>
                <a:srgbClr val="8E99A5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41560" cy="389299"/>
          </a:xfrm>
          <a:prstGeom prst="rect">
            <a:avLst/>
          </a:prstGeom>
          <a:solidFill>
            <a:srgbClr val="7784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389299"/>
            <a:ext cx="941560" cy="6468701"/>
          </a:xfrm>
          <a:prstGeom prst="rect">
            <a:avLst/>
          </a:prstGeom>
          <a:solidFill>
            <a:srgbClr val="8F9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1220012" y="102987"/>
            <a:ext cx="165171" cy="201499"/>
            <a:chOff x="5638844" y="549275"/>
            <a:chExt cx="234693" cy="286312"/>
          </a:xfrm>
          <a:solidFill>
            <a:srgbClr val="8E99A5"/>
          </a:solidFill>
        </p:grpSpPr>
        <p:sp>
          <p:nvSpPr>
            <p:cNvPr id="33" name="원형: 비어 있음 8">
              <a:extLst>
                <a:ext uri="{FF2B5EF4-FFF2-40B4-BE49-F238E27FC236}">
                  <a16:creationId xmlns="" xmlns:a16="http://schemas.microsoft.com/office/drawing/2014/main" id="{24691D8F-A34D-4208-B337-BFB0C227FEB9}"/>
                </a:ext>
              </a:extLst>
            </p:cNvPr>
            <p:cNvSpPr/>
            <p:nvPr/>
          </p:nvSpPr>
          <p:spPr>
            <a:xfrm>
              <a:off x="5638844" y="549275"/>
              <a:ext cx="209550" cy="209550"/>
            </a:xfrm>
            <a:prstGeom prst="donut">
              <a:avLst>
                <a:gd name="adj" fmla="val 147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사각형: 둥근 모서리 10">
              <a:extLst>
                <a:ext uri="{FF2B5EF4-FFF2-40B4-BE49-F238E27FC236}">
                  <a16:creationId xmlns="" xmlns:a16="http://schemas.microsoft.com/office/drawing/2014/main" id="{5EF75DE8-682B-4DB3-B8F5-10BD07C33A06}"/>
                </a:ext>
              </a:extLst>
            </p:cNvPr>
            <p:cNvSpPr/>
            <p:nvPr/>
          </p:nvSpPr>
          <p:spPr>
            <a:xfrm rot="18900000">
              <a:off x="5837537" y="691587"/>
              <a:ext cx="36000" cy="144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="" xmlns:a16="http://schemas.microsoft.com/office/drawing/2014/main" id="{FB650653-64D2-403B-BC4A-F7742D2D5BB5}"/>
              </a:ext>
            </a:extLst>
          </p:cNvPr>
          <p:cNvGrpSpPr/>
          <p:nvPr/>
        </p:nvGrpSpPr>
        <p:grpSpPr>
          <a:xfrm>
            <a:off x="114401" y="99101"/>
            <a:ext cx="151448" cy="180648"/>
            <a:chOff x="5199725" y="1785802"/>
            <a:chExt cx="1768077" cy="2108976"/>
          </a:xfrm>
          <a:solidFill>
            <a:schemeClr val="bg1"/>
          </a:solidFill>
        </p:grpSpPr>
        <p:sp>
          <p:nvSpPr>
            <p:cNvPr id="39" name="자유형: 도형 29">
              <a:extLst>
                <a:ext uri="{FF2B5EF4-FFF2-40B4-BE49-F238E27FC236}">
                  <a16:creationId xmlns="" xmlns:a16="http://schemas.microsoft.com/office/drawing/2014/main" id="{1D784B37-183E-423A-AE81-5CBAC8968CFB}"/>
                </a:ext>
              </a:extLst>
            </p:cNvPr>
            <p:cNvSpPr/>
            <p:nvPr/>
          </p:nvSpPr>
          <p:spPr>
            <a:xfrm rot="5400000" flipH="1">
              <a:off x="6516322" y="3440993"/>
              <a:ext cx="432896" cy="470061"/>
            </a:xfrm>
            <a:custGeom>
              <a:avLst/>
              <a:gdLst>
                <a:gd name="connsiteX0" fmla="*/ 432896 w 432896"/>
                <a:gd name="connsiteY0" fmla="*/ 19392 h 470061"/>
                <a:gd name="connsiteX1" fmla="*/ 432896 w 432896"/>
                <a:gd name="connsiteY1" fmla="*/ 0 h 470061"/>
                <a:gd name="connsiteX2" fmla="*/ 0 w 432896"/>
                <a:gd name="connsiteY2" fmla="*/ 0 h 470061"/>
                <a:gd name="connsiteX3" fmla="*/ 0 w 432896"/>
                <a:gd name="connsiteY3" fmla="*/ 470061 h 470061"/>
                <a:gd name="connsiteX4" fmla="*/ 24495 w 432896"/>
                <a:gd name="connsiteY4" fmla="*/ 419212 h 470061"/>
                <a:gd name="connsiteX5" fmla="*/ 416339 w 432896"/>
                <a:gd name="connsiteY5" fmla="*/ 27368 h 47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896" h="470061">
                  <a:moveTo>
                    <a:pt x="432896" y="19392"/>
                  </a:moveTo>
                  <a:lnTo>
                    <a:pt x="432896" y="0"/>
                  </a:lnTo>
                  <a:lnTo>
                    <a:pt x="0" y="0"/>
                  </a:lnTo>
                  <a:lnTo>
                    <a:pt x="0" y="470061"/>
                  </a:lnTo>
                  <a:lnTo>
                    <a:pt x="24495" y="419212"/>
                  </a:lnTo>
                  <a:cubicBezTo>
                    <a:pt x="114384" y="253742"/>
                    <a:pt x="250869" y="117257"/>
                    <a:pt x="416339" y="273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자유형: 도형 30">
              <a:extLst>
                <a:ext uri="{FF2B5EF4-FFF2-40B4-BE49-F238E27FC236}">
                  <a16:creationId xmlns="" xmlns:a16="http://schemas.microsoft.com/office/drawing/2014/main" id="{94E0D773-490A-4901-8E9C-E5A613CE5700}"/>
                </a:ext>
              </a:extLst>
            </p:cNvPr>
            <p:cNvSpPr/>
            <p:nvPr/>
          </p:nvSpPr>
          <p:spPr>
            <a:xfrm>
              <a:off x="5199725" y="1785802"/>
              <a:ext cx="824275" cy="2106670"/>
            </a:xfrm>
            <a:custGeom>
              <a:avLst/>
              <a:gdLst>
                <a:gd name="connsiteX0" fmla="*/ 0 w 824275"/>
                <a:gd name="connsiteY0" fmla="*/ 0 h 2106670"/>
                <a:gd name="connsiteX1" fmla="*/ 217180 w 824275"/>
                <a:gd name="connsiteY1" fmla="*/ 0 h 2106670"/>
                <a:gd name="connsiteX2" fmla="*/ 434360 w 824275"/>
                <a:gd name="connsiteY2" fmla="*/ 217180 h 2106670"/>
                <a:gd name="connsiteX3" fmla="*/ 434360 w 824275"/>
                <a:gd name="connsiteY3" fmla="*/ 343374 h 2106670"/>
                <a:gd name="connsiteX4" fmla="*/ 824275 w 824275"/>
                <a:gd name="connsiteY4" fmla="*/ 343374 h 2106670"/>
                <a:gd name="connsiteX5" fmla="*/ 824275 w 824275"/>
                <a:gd name="connsiteY5" fmla="*/ 775827 h 2106670"/>
                <a:gd name="connsiteX6" fmla="*/ 434360 w 824275"/>
                <a:gd name="connsiteY6" fmla="*/ 775827 h 2106670"/>
                <a:gd name="connsiteX7" fmla="*/ 434360 w 824275"/>
                <a:gd name="connsiteY7" fmla="*/ 1226458 h 2106670"/>
                <a:gd name="connsiteX8" fmla="*/ 794173 w 824275"/>
                <a:gd name="connsiteY8" fmla="*/ 1667934 h 2106670"/>
                <a:gd name="connsiteX9" fmla="*/ 824275 w 824275"/>
                <a:gd name="connsiteY9" fmla="*/ 1670969 h 2106670"/>
                <a:gd name="connsiteX10" fmla="*/ 824275 w 824275"/>
                <a:gd name="connsiteY10" fmla="*/ 2106670 h 2106670"/>
                <a:gd name="connsiteX11" fmla="*/ 800273 w 824275"/>
                <a:gd name="connsiteY11" fmla="*/ 2105533 h 2106670"/>
                <a:gd name="connsiteX12" fmla="*/ 6467 w 824275"/>
                <a:gd name="connsiteY12" fmla="*/ 1316749 h 2106670"/>
                <a:gd name="connsiteX13" fmla="*/ 2572 w 824275"/>
                <a:gd name="connsiteY13" fmla="*/ 1239630 h 2106670"/>
                <a:gd name="connsiteX14" fmla="*/ 0 w 824275"/>
                <a:gd name="connsiteY14" fmla="*/ 1239630 h 2106670"/>
                <a:gd name="connsiteX15" fmla="*/ 0 w 824275"/>
                <a:gd name="connsiteY15" fmla="*/ 0 h 210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24275" h="2106670">
                  <a:moveTo>
                    <a:pt x="0" y="0"/>
                  </a:moveTo>
                  <a:lnTo>
                    <a:pt x="217180" y="0"/>
                  </a:lnTo>
                  <a:cubicBezTo>
                    <a:pt x="337125" y="0"/>
                    <a:pt x="434360" y="97235"/>
                    <a:pt x="434360" y="217180"/>
                  </a:cubicBezTo>
                  <a:lnTo>
                    <a:pt x="434360" y="343374"/>
                  </a:lnTo>
                  <a:lnTo>
                    <a:pt x="824275" y="343374"/>
                  </a:lnTo>
                  <a:lnTo>
                    <a:pt x="824275" y="775827"/>
                  </a:lnTo>
                  <a:lnTo>
                    <a:pt x="434360" y="775827"/>
                  </a:lnTo>
                  <a:lnTo>
                    <a:pt x="434360" y="1226458"/>
                  </a:lnTo>
                  <a:cubicBezTo>
                    <a:pt x="434360" y="1444226"/>
                    <a:pt x="588828" y="1625914"/>
                    <a:pt x="794173" y="1667934"/>
                  </a:cubicBezTo>
                  <a:lnTo>
                    <a:pt x="824275" y="1670969"/>
                  </a:lnTo>
                  <a:lnTo>
                    <a:pt x="824275" y="2106670"/>
                  </a:lnTo>
                  <a:lnTo>
                    <a:pt x="800273" y="2105533"/>
                  </a:lnTo>
                  <a:cubicBezTo>
                    <a:pt x="382044" y="2065725"/>
                    <a:pt x="48863" y="1734219"/>
                    <a:pt x="6467" y="1316749"/>
                  </a:cubicBezTo>
                  <a:lnTo>
                    <a:pt x="2572" y="1239630"/>
                  </a:lnTo>
                  <a:lnTo>
                    <a:pt x="0" y="123963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31">
              <a:extLst>
                <a:ext uri="{FF2B5EF4-FFF2-40B4-BE49-F238E27FC236}">
                  <a16:creationId xmlns="" xmlns:a16="http://schemas.microsoft.com/office/drawing/2014/main" id="{7C5DC6AE-971C-4594-8164-1E2E41D6C6CE}"/>
                </a:ext>
              </a:extLst>
            </p:cNvPr>
            <p:cNvSpPr/>
            <p:nvPr/>
          </p:nvSpPr>
          <p:spPr>
            <a:xfrm>
              <a:off x="6096000" y="2129177"/>
              <a:ext cx="871802" cy="1765601"/>
            </a:xfrm>
            <a:custGeom>
              <a:avLst/>
              <a:gdLst>
                <a:gd name="connsiteX0" fmla="*/ 0 w 871802"/>
                <a:gd name="connsiteY0" fmla="*/ 0 h 1765601"/>
                <a:gd name="connsiteX1" fmla="*/ 4988 w 871802"/>
                <a:gd name="connsiteY1" fmla="*/ 0 h 1765601"/>
                <a:gd name="connsiteX2" fmla="*/ 4988 w 871802"/>
                <a:gd name="connsiteY2" fmla="*/ 822 h 1765601"/>
                <a:gd name="connsiteX3" fmla="*/ 79007 w 871802"/>
                <a:gd name="connsiteY3" fmla="*/ 4559 h 1765601"/>
                <a:gd name="connsiteX4" fmla="*/ 871802 w 871802"/>
                <a:gd name="connsiteY4" fmla="*/ 883085 h 1765601"/>
                <a:gd name="connsiteX5" fmla="*/ 79007 w 871802"/>
                <a:gd name="connsiteY5" fmla="*/ 1761611 h 1765601"/>
                <a:gd name="connsiteX6" fmla="*/ 0 w 871802"/>
                <a:gd name="connsiteY6" fmla="*/ 1765601 h 1765601"/>
                <a:gd name="connsiteX7" fmla="*/ 0 w 871802"/>
                <a:gd name="connsiteY7" fmla="*/ 1332578 h 1765601"/>
                <a:gd name="connsiteX8" fmla="*/ 79534 w 871802"/>
                <a:gd name="connsiteY8" fmla="*/ 1324560 h 1765601"/>
                <a:gd name="connsiteX9" fmla="*/ 439347 w 871802"/>
                <a:gd name="connsiteY9" fmla="*/ 883084 h 1765601"/>
                <a:gd name="connsiteX10" fmla="*/ 79534 w 871802"/>
                <a:gd name="connsiteY10" fmla="*/ 441608 h 1765601"/>
                <a:gd name="connsiteX11" fmla="*/ 0 w 871802"/>
                <a:gd name="connsiteY11" fmla="*/ 433591 h 1765601"/>
                <a:gd name="connsiteX12" fmla="*/ 0 w 871802"/>
                <a:gd name="connsiteY12" fmla="*/ 0 h 176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1802" h="1765601">
                  <a:moveTo>
                    <a:pt x="0" y="0"/>
                  </a:moveTo>
                  <a:lnTo>
                    <a:pt x="4988" y="0"/>
                  </a:lnTo>
                  <a:lnTo>
                    <a:pt x="4988" y="822"/>
                  </a:lnTo>
                  <a:lnTo>
                    <a:pt x="79007" y="4559"/>
                  </a:lnTo>
                  <a:cubicBezTo>
                    <a:pt x="524308" y="49782"/>
                    <a:pt x="871802" y="425853"/>
                    <a:pt x="871802" y="883085"/>
                  </a:cubicBezTo>
                  <a:cubicBezTo>
                    <a:pt x="871802" y="1340317"/>
                    <a:pt x="524308" y="1716388"/>
                    <a:pt x="79007" y="1761611"/>
                  </a:cubicBezTo>
                  <a:lnTo>
                    <a:pt x="0" y="1765601"/>
                  </a:lnTo>
                  <a:lnTo>
                    <a:pt x="0" y="1332578"/>
                  </a:lnTo>
                  <a:lnTo>
                    <a:pt x="79534" y="1324560"/>
                  </a:lnTo>
                  <a:cubicBezTo>
                    <a:pt x="284879" y="1282540"/>
                    <a:pt x="439347" y="1100852"/>
                    <a:pt x="439347" y="883084"/>
                  </a:cubicBezTo>
                  <a:cubicBezTo>
                    <a:pt x="439347" y="665317"/>
                    <a:pt x="284879" y="483628"/>
                    <a:pt x="79534" y="441608"/>
                  </a:cubicBezTo>
                  <a:lnTo>
                    <a:pt x="0" y="4335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-1587" y="1647825"/>
            <a:ext cx="25200" cy="195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 flipH="1">
            <a:off x="752717" y="155432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 flipH="1">
            <a:off x="752717" y="186131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 flipH="1">
            <a:off x="752717" y="216830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이등변 삼각형 44"/>
          <p:cNvSpPr/>
          <p:nvPr/>
        </p:nvSpPr>
        <p:spPr>
          <a:xfrm rot="16200000" flipH="1">
            <a:off x="677684" y="171791"/>
            <a:ext cx="50148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="" xmlns:a16="http://schemas.microsoft.com/office/drawing/2014/main" id="{2D77FB4C-1E0D-4D5A-813A-8F852D214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6741099"/>
              </p:ext>
            </p:extLst>
          </p:nvPr>
        </p:nvGraphicFramePr>
        <p:xfrm>
          <a:off x="0" y="423555"/>
          <a:ext cx="94156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5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INDEX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프로젝트 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데이터베이스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화면 </a:t>
                      </a: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UI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구성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주요코드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54660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참고 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691230201"/>
                  </a:ext>
                </a:extLst>
              </a:tr>
              <a:tr h="1483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B2BCC6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="" xmlns:a16="http://schemas.microsoft.com/office/drawing/2014/main" id="{A7828A47-2177-4A59-8E95-2D6E91E4E72D}"/>
              </a:ext>
            </a:extLst>
          </p:cNvPr>
          <p:cNvSpPr/>
          <p:nvPr/>
        </p:nvSpPr>
        <p:spPr>
          <a:xfrm>
            <a:off x="1367488" y="598325"/>
            <a:ext cx="8843312" cy="37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b="1" dirty="0" err="1" smtClean="0">
                <a:solidFill>
                  <a:srgbClr val="778492"/>
                </a:solidFill>
              </a:rPr>
              <a:t>Get,Set</a:t>
            </a:r>
            <a:r>
              <a:rPr lang="en-US" altLang="ko-KR" b="1" dirty="0" smtClean="0">
                <a:solidFill>
                  <a:srgbClr val="778492"/>
                </a:solidFill>
              </a:rPr>
              <a:t>,</a:t>
            </a:r>
            <a:r>
              <a:rPr lang="ko-KR" altLang="en-US" b="1" dirty="0" err="1" smtClean="0">
                <a:solidFill>
                  <a:srgbClr val="778492"/>
                </a:solidFill>
              </a:rPr>
              <a:t>전화걸기</a:t>
            </a:r>
            <a:r>
              <a:rPr lang="en-US" altLang="ko-KR" b="1" dirty="0" smtClean="0">
                <a:solidFill>
                  <a:srgbClr val="778492"/>
                </a:solidFill>
              </a:rPr>
              <a:t>     </a:t>
            </a:r>
            <a:r>
              <a:rPr lang="en-US" altLang="ko-KR" sz="1200" b="1" dirty="0" smtClean="0">
                <a:solidFill>
                  <a:srgbClr val="778492"/>
                </a:solidFill>
              </a:rPr>
              <a:t> </a:t>
            </a:r>
            <a:endParaRPr lang="en-US" altLang="ko-KR" sz="1200" b="1" dirty="0">
              <a:solidFill>
                <a:srgbClr val="778492"/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1600" b="1" dirty="0">
              <a:solidFill>
                <a:srgbClr val="778492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778492"/>
                </a:solidFill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778492"/>
                </a:solidFill>
              </a:rPr>
              <a:t>                </a:t>
            </a:r>
            <a:endParaRPr lang="en-US" altLang="ko-KR" sz="1200" dirty="0">
              <a:solidFill>
                <a:srgbClr val="778492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840" y="1518997"/>
            <a:ext cx="5439535" cy="3439005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6840" y="1118891"/>
            <a:ext cx="4534533" cy="40010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4763" y="2065867"/>
            <a:ext cx="6592220" cy="216247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090" y="2408814"/>
            <a:ext cx="4667902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92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941560" y="0"/>
            <a:ext cx="11250440" cy="389299"/>
          </a:xfrm>
          <a:prstGeom prst="rect">
            <a:avLst/>
          </a:prstGeom>
          <a:solidFill>
            <a:srgbClr val="EFF3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 latinLnBrk="0">
              <a:defRPr/>
            </a:pPr>
            <a:r>
              <a:rPr lang="ko-KR" altLang="en-US" sz="1400" b="1" i="1" kern="0" dirty="0">
                <a:solidFill>
                  <a:srgbClr val="8E99A5"/>
                </a:solidFill>
              </a:rPr>
              <a:t>참고 자료</a:t>
            </a:r>
            <a:endParaRPr lang="en-US" altLang="ko-KR" sz="1400" i="1" kern="0" dirty="0">
              <a:solidFill>
                <a:srgbClr val="8E99A5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0" y="0"/>
            <a:ext cx="941560" cy="389299"/>
          </a:xfrm>
          <a:prstGeom prst="rect">
            <a:avLst/>
          </a:prstGeom>
          <a:solidFill>
            <a:srgbClr val="7784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0" y="389299"/>
            <a:ext cx="941560" cy="6468701"/>
          </a:xfrm>
          <a:prstGeom prst="rect">
            <a:avLst/>
          </a:prstGeom>
          <a:solidFill>
            <a:srgbClr val="8F9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1220012" y="102987"/>
            <a:ext cx="165171" cy="201499"/>
            <a:chOff x="5638844" y="549275"/>
            <a:chExt cx="234693" cy="286312"/>
          </a:xfrm>
          <a:solidFill>
            <a:srgbClr val="8E99A5"/>
          </a:solidFill>
        </p:grpSpPr>
        <p:sp>
          <p:nvSpPr>
            <p:cNvPr id="33" name="원형: 비어 있음 8">
              <a:extLst>
                <a:ext uri="{FF2B5EF4-FFF2-40B4-BE49-F238E27FC236}">
                  <a16:creationId xmlns="" xmlns:a16="http://schemas.microsoft.com/office/drawing/2014/main" id="{24691D8F-A34D-4208-B337-BFB0C227FEB9}"/>
                </a:ext>
              </a:extLst>
            </p:cNvPr>
            <p:cNvSpPr/>
            <p:nvPr/>
          </p:nvSpPr>
          <p:spPr>
            <a:xfrm>
              <a:off x="5638844" y="549275"/>
              <a:ext cx="209550" cy="209550"/>
            </a:xfrm>
            <a:prstGeom prst="donut">
              <a:avLst>
                <a:gd name="adj" fmla="val 1476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  <p:sp>
          <p:nvSpPr>
            <p:cNvPr id="34" name="사각형: 둥근 모서리 10">
              <a:extLst>
                <a:ext uri="{FF2B5EF4-FFF2-40B4-BE49-F238E27FC236}">
                  <a16:creationId xmlns="" xmlns:a16="http://schemas.microsoft.com/office/drawing/2014/main" id="{5EF75DE8-682B-4DB3-B8F5-10BD07C33A06}"/>
                </a:ext>
              </a:extLst>
            </p:cNvPr>
            <p:cNvSpPr/>
            <p:nvPr/>
          </p:nvSpPr>
          <p:spPr>
            <a:xfrm rot="18900000">
              <a:off x="5837537" y="691587"/>
              <a:ext cx="36000" cy="144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black"/>
                </a:solidFill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="" xmlns:a16="http://schemas.microsoft.com/office/drawing/2014/main" id="{FB650653-64D2-403B-BC4A-F7742D2D5BB5}"/>
              </a:ext>
            </a:extLst>
          </p:cNvPr>
          <p:cNvGrpSpPr/>
          <p:nvPr/>
        </p:nvGrpSpPr>
        <p:grpSpPr>
          <a:xfrm>
            <a:off x="114401" y="99101"/>
            <a:ext cx="151448" cy="180648"/>
            <a:chOff x="5199725" y="1785802"/>
            <a:chExt cx="1768077" cy="2108976"/>
          </a:xfrm>
          <a:solidFill>
            <a:schemeClr val="bg1"/>
          </a:solidFill>
        </p:grpSpPr>
        <p:sp>
          <p:nvSpPr>
            <p:cNvPr id="39" name="자유형: 도형 29">
              <a:extLst>
                <a:ext uri="{FF2B5EF4-FFF2-40B4-BE49-F238E27FC236}">
                  <a16:creationId xmlns="" xmlns:a16="http://schemas.microsoft.com/office/drawing/2014/main" id="{1D784B37-183E-423A-AE81-5CBAC8968CFB}"/>
                </a:ext>
              </a:extLst>
            </p:cNvPr>
            <p:cNvSpPr/>
            <p:nvPr/>
          </p:nvSpPr>
          <p:spPr>
            <a:xfrm rot="5400000" flipH="1">
              <a:off x="6516322" y="3440993"/>
              <a:ext cx="432896" cy="470061"/>
            </a:xfrm>
            <a:custGeom>
              <a:avLst/>
              <a:gdLst>
                <a:gd name="connsiteX0" fmla="*/ 432896 w 432896"/>
                <a:gd name="connsiteY0" fmla="*/ 19392 h 470061"/>
                <a:gd name="connsiteX1" fmla="*/ 432896 w 432896"/>
                <a:gd name="connsiteY1" fmla="*/ 0 h 470061"/>
                <a:gd name="connsiteX2" fmla="*/ 0 w 432896"/>
                <a:gd name="connsiteY2" fmla="*/ 0 h 470061"/>
                <a:gd name="connsiteX3" fmla="*/ 0 w 432896"/>
                <a:gd name="connsiteY3" fmla="*/ 470061 h 470061"/>
                <a:gd name="connsiteX4" fmla="*/ 24495 w 432896"/>
                <a:gd name="connsiteY4" fmla="*/ 419212 h 470061"/>
                <a:gd name="connsiteX5" fmla="*/ 416339 w 432896"/>
                <a:gd name="connsiteY5" fmla="*/ 27368 h 47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896" h="470061">
                  <a:moveTo>
                    <a:pt x="432896" y="19392"/>
                  </a:moveTo>
                  <a:lnTo>
                    <a:pt x="432896" y="0"/>
                  </a:lnTo>
                  <a:lnTo>
                    <a:pt x="0" y="0"/>
                  </a:lnTo>
                  <a:lnTo>
                    <a:pt x="0" y="470061"/>
                  </a:lnTo>
                  <a:lnTo>
                    <a:pt x="24495" y="419212"/>
                  </a:lnTo>
                  <a:cubicBezTo>
                    <a:pt x="114384" y="253742"/>
                    <a:pt x="250869" y="117257"/>
                    <a:pt x="416339" y="273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자유형: 도형 30">
              <a:extLst>
                <a:ext uri="{FF2B5EF4-FFF2-40B4-BE49-F238E27FC236}">
                  <a16:creationId xmlns="" xmlns:a16="http://schemas.microsoft.com/office/drawing/2014/main" id="{94E0D773-490A-4901-8E9C-E5A613CE5700}"/>
                </a:ext>
              </a:extLst>
            </p:cNvPr>
            <p:cNvSpPr/>
            <p:nvPr/>
          </p:nvSpPr>
          <p:spPr>
            <a:xfrm>
              <a:off x="5199725" y="1785802"/>
              <a:ext cx="824275" cy="2106670"/>
            </a:xfrm>
            <a:custGeom>
              <a:avLst/>
              <a:gdLst>
                <a:gd name="connsiteX0" fmla="*/ 0 w 824275"/>
                <a:gd name="connsiteY0" fmla="*/ 0 h 2106670"/>
                <a:gd name="connsiteX1" fmla="*/ 217180 w 824275"/>
                <a:gd name="connsiteY1" fmla="*/ 0 h 2106670"/>
                <a:gd name="connsiteX2" fmla="*/ 434360 w 824275"/>
                <a:gd name="connsiteY2" fmla="*/ 217180 h 2106670"/>
                <a:gd name="connsiteX3" fmla="*/ 434360 w 824275"/>
                <a:gd name="connsiteY3" fmla="*/ 343374 h 2106670"/>
                <a:gd name="connsiteX4" fmla="*/ 824275 w 824275"/>
                <a:gd name="connsiteY4" fmla="*/ 343374 h 2106670"/>
                <a:gd name="connsiteX5" fmla="*/ 824275 w 824275"/>
                <a:gd name="connsiteY5" fmla="*/ 775827 h 2106670"/>
                <a:gd name="connsiteX6" fmla="*/ 434360 w 824275"/>
                <a:gd name="connsiteY6" fmla="*/ 775827 h 2106670"/>
                <a:gd name="connsiteX7" fmla="*/ 434360 w 824275"/>
                <a:gd name="connsiteY7" fmla="*/ 1226458 h 2106670"/>
                <a:gd name="connsiteX8" fmla="*/ 794173 w 824275"/>
                <a:gd name="connsiteY8" fmla="*/ 1667934 h 2106670"/>
                <a:gd name="connsiteX9" fmla="*/ 824275 w 824275"/>
                <a:gd name="connsiteY9" fmla="*/ 1670969 h 2106670"/>
                <a:gd name="connsiteX10" fmla="*/ 824275 w 824275"/>
                <a:gd name="connsiteY10" fmla="*/ 2106670 h 2106670"/>
                <a:gd name="connsiteX11" fmla="*/ 800273 w 824275"/>
                <a:gd name="connsiteY11" fmla="*/ 2105533 h 2106670"/>
                <a:gd name="connsiteX12" fmla="*/ 6467 w 824275"/>
                <a:gd name="connsiteY12" fmla="*/ 1316749 h 2106670"/>
                <a:gd name="connsiteX13" fmla="*/ 2572 w 824275"/>
                <a:gd name="connsiteY13" fmla="*/ 1239630 h 2106670"/>
                <a:gd name="connsiteX14" fmla="*/ 0 w 824275"/>
                <a:gd name="connsiteY14" fmla="*/ 1239630 h 2106670"/>
                <a:gd name="connsiteX15" fmla="*/ 0 w 824275"/>
                <a:gd name="connsiteY15" fmla="*/ 0 h 210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24275" h="2106670">
                  <a:moveTo>
                    <a:pt x="0" y="0"/>
                  </a:moveTo>
                  <a:lnTo>
                    <a:pt x="217180" y="0"/>
                  </a:lnTo>
                  <a:cubicBezTo>
                    <a:pt x="337125" y="0"/>
                    <a:pt x="434360" y="97235"/>
                    <a:pt x="434360" y="217180"/>
                  </a:cubicBezTo>
                  <a:lnTo>
                    <a:pt x="434360" y="343374"/>
                  </a:lnTo>
                  <a:lnTo>
                    <a:pt x="824275" y="343374"/>
                  </a:lnTo>
                  <a:lnTo>
                    <a:pt x="824275" y="775827"/>
                  </a:lnTo>
                  <a:lnTo>
                    <a:pt x="434360" y="775827"/>
                  </a:lnTo>
                  <a:lnTo>
                    <a:pt x="434360" y="1226458"/>
                  </a:lnTo>
                  <a:cubicBezTo>
                    <a:pt x="434360" y="1444226"/>
                    <a:pt x="588828" y="1625914"/>
                    <a:pt x="794173" y="1667934"/>
                  </a:cubicBezTo>
                  <a:lnTo>
                    <a:pt x="824275" y="1670969"/>
                  </a:lnTo>
                  <a:lnTo>
                    <a:pt x="824275" y="2106670"/>
                  </a:lnTo>
                  <a:lnTo>
                    <a:pt x="800273" y="2105533"/>
                  </a:lnTo>
                  <a:cubicBezTo>
                    <a:pt x="382044" y="2065725"/>
                    <a:pt x="48863" y="1734219"/>
                    <a:pt x="6467" y="1316749"/>
                  </a:cubicBezTo>
                  <a:lnTo>
                    <a:pt x="2572" y="1239630"/>
                  </a:lnTo>
                  <a:lnTo>
                    <a:pt x="0" y="123963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31">
              <a:extLst>
                <a:ext uri="{FF2B5EF4-FFF2-40B4-BE49-F238E27FC236}">
                  <a16:creationId xmlns="" xmlns:a16="http://schemas.microsoft.com/office/drawing/2014/main" id="{7C5DC6AE-971C-4594-8164-1E2E41D6C6CE}"/>
                </a:ext>
              </a:extLst>
            </p:cNvPr>
            <p:cNvSpPr/>
            <p:nvPr/>
          </p:nvSpPr>
          <p:spPr>
            <a:xfrm>
              <a:off x="6096000" y="2129177"/>
              <a:ext cx="871802" cy="1765601"/>
            </a:xfrm>
            <a:custGeom>
              <a:avLst/>
              <a:gdLst>
                <a:gd name="connsiteX0" fmla="*/ 0 w 871802"/>
                <a:gd name="connsiteY0" fmla="*/ 0 h 1765601"/>
                <a:gd name="connsiteX1" fmla="*/ 4988 w 871802"/>
                <a:gd name="connsiteY1" fmla="*/ 0 h 1765601"/>
                <a:gd name="connsiteX2" fmla="*/ 4988 w 871802"/>
                <a:gd name="connsiteY2" fmla="*/ 822 h 1765601"/>
                <a:gd name="connsiteX3" fmla="*/ 79007 w 871802"/>
                <a:gd name="connsiteY3" fmla="*/ 4559 h 1765601"/>
                <a:gd name="connsiteX4" fmla="*/ 871802 w 871802"/>
                <a:gd name="connsiteY4" fmla="*/ 883085 h 1765601"/>
                <a:gd name="connsiteX5" fmla="*/ 79007 w 871802"/>
                <a:gd name="connsiteY5" fmla="*/ 1761611 h 1765601"/>
                <a:gd name="connsiteX6" fmla="*/ 0 w 871802"/>
                <a:gd name="connsiteY6" fmla="*/ 1765601 h 1765601"/>
                <a:gd name="connsiteX7" fmla="*/ 0 w 871802"/>
                <a:gd name="connsiteY7" fmla="*/ 1332578 h 1765601"/>
                <a:gd name="connsiteX8" fmla="*/ 79534 w 871802"/>
                <a:gd name="connsiteY8" fmla="*/ 1324560 h 1765601"/>
                <a:gd name="connsiteX9" fmla="*/ 439347 w 871802"/>
                <a:gd name="connsiteY9" fmla="*/ 883084 h 1765601"/>
                <a:gd name="connsiteX10" fmla="*/ 79534 w 871802"/>
                <a:gd name="connsiteY10" fmla="*/ 441608 h 1765601"/>
                <a:gd name="connsiteX11" fmla="*/ 0 w 871802"/>
                <a:gd name="connsiteY11" fmla="*/ 433591 h 1765601"/>
                <a:gd name="connsiteX12" fmla="*/ 0 w 871802"/>
                <a:gd name="connsiteY12" fmla="*/ 0 h 176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1802" h="1765601">
                  <a:moveTo>
                    <a:pt x="0" y="0"/>
                  </a:moveTo>
                  <a:lnTo>
                    <a:pt x="4988" y="0"/>
                  </a:lnTo>
                  <a:lnTo>
                    <a:pt x="4988" y="822"/>
                  </a:lnTo>
                  <a:lnTo>
                    <a:pt x="79007" y="4559"/>
                  </a:lnTo>
                  <a:cubicBezTo>
                    <a:pt x="524308" y="49782"/>
                    <a:pt x="871802" y="425853"/>
                    <a:pt x="871802" y="883085"/>
                  </a:cubicBezTo>
                  <a:cubicBezTo>
                    <a:pt x="871802" y="1340317"/>
                    <a:pt x="524308" y="1716388"/>
                    <a:pt x="79007" y="1761611"/>
                  </a:cubicBezTo>
                  <a:lnTo>
                    <a:pt x="0" y="1765601"/>
                  </a:lnTo>
                  <a:lnTo>
                    <a:pt x="0" y="1332578"/>
                  </a:lnTo>
                  <a:lnTo>
                    <a:pt x="79534" y="1324560"/>
                  </a:lnTo>
                  <a:cubicBezTo>
                    <a:pt x="284879" y="1282540"/>
                    <a:pt x="439347" y="1100852"/>
                    <a:pt x="439347" y="883084"/>
                  </a:cubicBezTo>
                  <a:cubicBezTo>
                    <a:pt x="439347" y="665317"/>
                    <a:pt x="284879" y="483628"/>
                    <a:pt x="79534" y="441608"/>
                  </a:cubicBezTo>
                  <a:lnTo>
                    <a:pt x="0" y="4335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-1587" y="1647825"/>
            <a:ext cx="25200" cy="195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 flipH="1">
            <a:off x="752717" y="155432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 flipH="1">
            <a:off x="752717" y="186131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 flipH="1">
            <a:off x="752717" y="216830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이등변 삼각형 44"/>
          <p:cNvSpPr/>
          <p:nvPr/>
        </p:nvSpPr>
        <p:spPr>
          <a:xfrm rot="16200000" flipH="1">
            <a:off x="677684" y="171791"/>
            <a:ext cx="50148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aphicFrame>
        <p:nvGraphicFramePr>
          <p:cNvPr id="30" name="표 29">
            <a:extLst>
              <a:ext uri="{FF2B5EF4-FFF2-40B4-BE49-F238E27FC236}">
                <a16:creationId xmlns="" xmlns:a16="http://schemas.microsoft.com/office/drawing/2014/main" id="{2D77FB4C-1E0D-4D5A-813A-8F852D214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3087"/>
              </p:ext>
            </p:extLst>
          </p:nvPr>
        </p:nvGraphicFramePr>
        <p:xfrm>
          <a:off x="0" y="423555"/>
          <a:ext cx="94156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56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INDEX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프로젝트 개요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데이터베이스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화면 </a:t>
                      </a:r>
                      <a:r>
                        <a:rPr kumimoji="0" lang="en-US" altLang="ko-KR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UI </a:t>
                      </a: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구성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>
                              <a:lumMod val="90000"/>
                            </a:scheme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주요코드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9546603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▤ 참고 자료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691230201"/>
                  </a:ext>
                </a:extLst>
              </a:tr>
              <a:tr h="148336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700" dirty="0">
                        <a:solidFill>
                          <a:srgbClr val="B2BCC6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직사각형 27">
            <a:extLst>
              <a:ext uri="{FF2B5EF4-FFF2-40B4-BE49-F238E27FC236}">
                <a16:creationId xmlns="" xmlns:a16="http://schemas.microsoft.com/office/drawing/2014/main" id="{A7828A47-2177-4A59-8E95-2D6E91E4E72D}"/>
              </a:ext>
            </a:extLst>
          </p:cNvPr>
          <p:cNvSpPr/>
          <p:nvPr/>
        </p:nvSpPr>
        <p:spPr>
          <a:xfrm>
            <a:off x="1367488" y="598325"/>
            <a:ext cx="8843312" cy="37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ko-KR" sz="1600" b="1" dirty="0" err="1" smtClean="0">
                <a:solidFill>
                  <a:srgbClr val="778492"/>
                </a:solidFill>
              </a:rPr>
              <a:t>ListView</a:t>
            </a:r>
            <a:r>
              <a:rPr lang="en-US" altLang="ko-KR" sz="1600" b="1" dirty="0">
                <a:solidFill>
                  <a:srgbClr val="778492"/>
                </a:solidFill>
              </a:rPr>
              <a:t> - https://</a:t>
            </a:r>
            <a:r>
              <a:rPr lang="en-US" altLang="ko-KR" sz="1600" b="1" dirty="0" smtClean="0">
                <a:solidFill>
                  <a:srgbClr val="778492"/>
                </a:solidFill>
              </a:rPr>
              <a:t>blog.naver.com/alstjr7437</a:t>
            </a:r>
            <a:endParaRPr lang="en-US" altLang="ko-KR" sz="1600" b="1" dirty="0">
              <a:solidFill>
                <a:srgbClr val="77849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20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0"/>
            <a:ext cx="12192000" cy="389299"/>
          </a:xfrm>
          <a:prstGeom prst="rect">
            <a:avLst/>
          </a:prstGeom>
          <a:solidFill>
            <a:srgbClr val="7784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-1" y="389299"/>
            <a:ext cx="12191999" cy="6468701"/>
          </a:xfrm>
          <a:prstGeom prst="rect">
            <a:avLst/>
          </a:prstGeom>
          <a:solidFill>
            <a:srgbClr val="8F9D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244280"/>
              </p:ext>
            </p:extLst>
          </p:nvPr>
        </p:nvGraphicFramePr>
        <p:xfrm>
          <a:off x="-1587" y="1745456"/>
          <a:ext cx="12192000" cy="143909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804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발표를 마칩니다</a:t>
                      </a:r>
                      <a:r>
                        <a:rPr kumimoji="0" lang="en-US" altLang="ko-KR" sz="6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.</a:t>
                      </a:r>
                    </a:p>
                  </a:txBody>
                  <a:tcPr marL="150471" marR="150471" marT="75235" marB="7523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4129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감사합니다</a:t>
                      </a:r>
                      <a:r>
                        <a:rPr kumimoji="0" lang="en-US" altLang="ko-KR" sz="8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Aharoni" panose="02010803020104030203" pitchFamily="2" charset="-79"/>
                        </a:rPr>
                        <a:t>.</a:t>
                      </a:r>
                    </a:p>
                  </a:txBody>
                  <a:tcPr marL="150471" marR="150471" marT="75235" marB="75235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412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haroni" panose="02010803020104030203" pitchFamily="2" charset="-79"/>
                      </a:endParaRPr>
                    </a:p>
                  </a:txBody>
                  <a:tcPr marL="150471" marR="150471" marT="75235" marB="75235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416266545"/>
                  </a:ext>
                </a:extLst>
              </a:tr>
              <a:tr h="2412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haroni" panose="02010803020104030203" pitchFamily="2" charset="-79"/>
                      </a:endParaRPr>
                    </a:p>
                  </a:txBody>
                  <a:tcPr marL="150471" marR="150471" marT="75235" marB="75235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98007900"/>
                  </a:ext>
                </a:extLst>
              </a:tr>
              <a:tr h="241291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Aharoni" panose="02010803020104030203" pitchFamily="2" charset="-79"/>
                      </a:endParaRPr>
                    </a:p>
                  </a:txBody>
                  <a:tcPr marL="150471" marR="150471" marT="75235" marB="75235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969877873"/>
                  </a:ext>
                </a:extLst>
              </a:tr>
              <a:tr h="32172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marL="150471" marR="150471" marT="75235" marB="75235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8" name="그룹 37">
            <a:extLst>
              <a:ext uri="{FF2B5EF4-FFF2-40B4-BE49-F238E27FC236}">
                <a16:creationId xmlns="" xmlns:a16="http://schemas.microsoft.com/office/drawing/2014/main" id="{FB650653-64D2-403B-BC4A-F7742D2D5BB5}"/>
              </a:ext>
            </a:extLst>
          </p:cNvPr>
          <p:cNvGrpSpPr/>
          <p:nvPr/>
        </p:nvGrpSpPr>
        <p:grpSpPr>
          <a:xfrm>
            <a:off x="114401" y="99101"/>
            <a:ext cx="151448" cy="180648"/>
            <a:chOff x="5199725" y="1785802"/>
            <a:chExt cx="1768077" cy="2108976"/>
          </a:xfrm>
          <a:solidFill>
            <a:schemeClr val="bg1"/>
          </a:solidFill>
        </p:grpSpPr>
        <p:sp>
          <p:nvSpPr>
            <p:cNvPr id="39" name="자유형: 도형 29">
              <a:extLst>
                <a:ext uri="{FF2B5EF4-FFF2-40B4-BE49-F238E27FC236}">
                  <a16:creationId xmlns="" xmlns:a16="http://schemas.microsoft.com/office/drawing/2014/main" id="{1D784B37-183E-423A-AE81-5CBAC8968CFB}"/>
                </a:ext>
              </a:extLst>
            </p:cNvPr>
            <p:cNvSpPr/>
            <p:nvPr/>
          </p:nvSpPr>
          <p:spPr>
            <a:xfrm rot="5400000" flipH="1">
              <a:off x="6516322" y="3440993"/>
              <a:ext cx="432896" cy="470061"/>
            </a:xfrm>
            <a:custGeom>
              <a:avLst/>
              <a:gdLst>
                <a:gd name="connsiteX0" fmla="*/ 432896 w 432896"/>
                <a:gd name="connsiteY0" fmla="*/ 19392 h 470061"/>
                <a:gd name="connsiteX1" fmla="*/ 432896 w 432896"/>
                <a:gd name="connsiteY1" fmla="*/ 0 h 470061"/>
                <a:gd name="connsiteX2" fmla="*/ 0 w 432896"/>
                <a:gd name="connsiteY2" fmla="*/ 0 h 470061"/>
                <a:gd name="connsiteX3" fmla="*/ 0 w 432896"/>
                <a:gd name="connsiteY3" fmla="*/ 470061 h 470061"/>
                <a:gd name="connsiteX4" fmla="*/ 24495 w 432896"/>
                <a:gd name="connsiteY4" fmla="*/ 419212 h 470061"/>
                <a:gd name="connsiteX5" fmla="*/ 416339 w 432896"/>
                <a:gd name="connsiteY5" fmla="*/ 27368 h 470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32896" h="470061">
                  <a:moveTo>
                    <a:pt x="432896" y="19392"/>
                  </a:moveTo>
                  <a:lnTo>
                    <a:pt x="432896" y="0"/>
                  </a:lnTo>
                  <a:lnTo>
                    <a:pt x="0" y="0"/>
                  </a:lnTo>
                  <a:lnTo>
                    <a:pt x="0" y="470061"/>
                  </a:lnTo>
                  <a:lnTo>
                    <a:pt x="24495" y="419212"/>
                  </a:lnTo>
                  <a:cubicBezTo>
                    <a:pt x="114384" y="253742"/>
                    <a:pt x="250869" y="117257"/>
                    <a:pt x="416339" y="273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0" name="자유형: 도형 30">
              <a:extLst>
                <a:ext uri="{FF2B5EF4-FFF2-40B4-BE49-F238E27FC236}">
                  <a16:creationId xmlns="" xmlns:a16="http://schemas.microsoft.com/office/drawing/2014/main" id="{94E0D773-490A-4901-8E9C-E5A613CE5700}"/>
                </a:ext>
              </a:extLst>
            </p:cNvPr>
            <p:cNvSpPr/>
            <p:nvPr/>
          </p:nvSpPr>
          <p:spPr>
            <a:xfrm>
              <a:off x="5199725" y="1785802"/>
              <a:ext cx="824275" cy="2106670"/>
            </a:xfrm>
            <a:custGeom>
              <a:avLst/>
              <a:gdLst>
                <a:gd name="connsiteX0" fmla="*/ 0 w 824275"/>
                <a:gd name="connsiteY0" fmla="*/ 0 h 2106670"/>
                <a:gd name="connsiteX1" fmla="*/ 217180 w 824275"/>
                <a:gd name="connsiteY1" fmla="*/ 0 h 2106670"/>
                <a:gd name="connsiteX2" fmla="*/ 434360 w 824275"/>
                <a:gd name="connsiteY2" fmla="*/ 217180 h 2106670"/>
                <a:gd name="connsiteX3" fmla="*/ 434360 w 824275"/>
                <a:gd name="connsiteY3" fmla="*/ 343374 h 2106670"/>
                <a:gd name="connsiteX4" fmla="*/ 824275 w 824275"/>
                <a:gd name="connsiteY4" fmla="*/ 343374 h 2106670"/>
                <a:gd name="connsiteX5" fmla="*/ 824275 w 824275"/>
                <a:gd name="connsiteY5" fmla="*/ 775827 h 2106670"/>
                <a:gd name="connsiteX6" fmla="*/ 434360 w 824275"/>
                <a:gd name="connsiteY6" fmla="*/ 775827 h 2106670"/>
                <a:gd name="connsiteX7" fmla="*/ 434360 w 824275"/>
                <a:gd name="connsiteY7" fmla="*/ 1226458 h 2106670"/>
                <a:gd name="connsiteX8" fmla="*/ 794173 w 824275"/>
                <a:gd name="connsiteY8" fmla="*/ 1667934 h 2106670"/>
                <a:gd name="connsiteX9" fmla="*/ 824275 w 824275"/>
                <a:gd name="connsiteY9" fmla="*/ 1670969 h 2106670"/>
                <a:gd name="connsiteX10" fmla="*/ 824275 w 824275"/>
                <a:gd name="connsiteY10" fmla="*/ 2106670 h 2106670"/>
                <a:gd name="connsiteX11" fmla="*/ 800273 w 824275"/>
                <a:gd name="connsiteY11" fmla="*/ 2105533 h 2106670"/>
                <a:gd name="connsiteX12" fmla="*/ 6467 w 824275"/>
                <a:gd name="connsiteY12" fmla="*/ 1316749 h 2106670"/>
                <a:gd name="connsiteX13" fmla="*/ 2572 w 824275"/>
                <a:gd name="connsiteY13" fmla="*/ 1239630 h 2106670"/>
                <a:gd name="connsiteX14" fmla="*/ 0 w 824275"/>
                <a:gd name="connsiteY14" fmla="*/ 1239630 h 2106670"/>
                <a:gd name="connsiteX15" fmla="*/ 0 w 824275"/>
                <a:gd name="connsiteY15" fmla="*/ 0 h 210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24275" h="2106670">
                  <a:moveTo>
                    <a:pt x="0" y="0"/>
                  </a:moveTo>
                  <a:lnTo>
                    <a:pt x="217180" y="0"/>
                  </a:lnTo>
                  <a:cubicBezTo>
                    <a:pt x="337125" y="0"/>
                    <a:pt x="434360" y="97235"/>
                    <a:pt x="434360" y="217180"/>
                  </a:cubicBezTo>
                  <a:lnTo>
                    <a:pt x="434360" y="343374"/>
                  </a:lnTo>
                  <a:lnTo>
                    <a:pt x="824275" y="343374"/>
                  </a:lnTo>
                  <a:lnTo>
                    <a:pt x="824275" y="775827"/>
                  </a:lnTo>
                  <a:lnTo>
                    <a:pt x="434360" y="775827"/>
                  </a:lnTo>
                  <a:lnTo>
                    <a:pt x="434360" y="1226458"/>
                  </a:lnTo>
                  <a:cubicBezTo>
                    <a:pt x="434360" y="1444226"/>
                    <a:pt x="588828" y="1625914"/>
                    <a:pt x="794173" y="1667934"/>
                  </a:cubicBezTo>
                  <a:lnTo>
                    <a:pt x="824275" y="1670969"/>
                  </a:lnTo>
                  <a:lnTo>
                    <a:pt x="824275" y="2106670"/>
                  </a:lnTo>
                  <a:lnTo>
                    <a:pt x="800273" y="2105533"/>
                  </a:lnTo>
                  <a:cubicBezTo>
                    <a:pt x="382044" y="2065725"/>
                    <a:pt x="48863" y="1734219"/>
                    <a:pt x="6467" y="1316749"/>
                  </a:cubicBezTo>
                  <a:lnTo>
                    <a:pt x="2572" y="1239630"/>
                  </a:lnTo>
                  <a:lnTo>
                    <a:pt x="0" y="123963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41" name="자유형: 도형 31">
              <a:extLst>
                <a:ext uri="{FF2B5EF4-FFF2-40B4-BE49-F238E27FC236}">
                  <a16:creationId xmlns="" xmlns:a16="http://schemas.microsoft.com/office/drawing/2014/main" id="{7C5DC6AE-971C-4594-8164-1E2E41D6C6CE}"/>
                </a:ext>
              </a:extLst>
            </p:cNvPr>
            <p:cNvSpPr/>
            <p:nvPr/>
          </p:nvSpPr>
          <p:spPr>
            <a:xfrm>
              <a:off x="6096000" y="2129177"/>
              <a:ext cx="871802" cy="1765601"/>
            </a:xfrm>
            <a:custGeom>
              <a:avLst/>
              <a:gdLst>
                <a:gd name="connsiteX0" fmla="*/ 0 w 871802"/>
                <a:gd name="connsiteY0" fmla="*/ 0 h 1765601"/>
                <a:gd name="connsiteX1" fmla="*/ 4988 w 871802"/>
                <a:gd name="connsiteY1" fmla="*/ 0 h 1765601"/>
                <a:gd name="connsiteX2" fmla="*/ 4988 w 871802"/>
                <a:gd name="connsiteY2" fmla="*/ 822 h 1765601"/>
                <a:gd name="connsiteX3" fmla="*/ 79007 w 871802"/>
                <a:gd name="connsiteY3" fmla="*/ 4559 h 1765601"/>
                <a:gd name="connsiteX4" fmla="*/ 871802 w 871802"/>
                <a:gd name="connsiteY4" fmla="*/ 883085 h 1765601"/>
                <a:gd name="connsiteX5" fmla="*/ 79007 w 871802"/>
                <a:gd name="connsiteY5" fmla="*/ 1761611 h 1765601"/>
                <a:gd name="connsiteX6" fmla="*/ 0 w 871802"/>
                <a:gd name="connsiteY6" fmla="*/ 1765601 h 1765601"/>
                <a:gd name="connsiteX7" fmla="*/ 0 w 871802"/>
                <a:gd name="connsiteY7" fmla="*/ 1332578 h 1765601"/>
                <a:gd name="connsiteX8" fmla="*/ 79534 w 871802"/>
                <a:gd name="connsiteY8" fmla="*/ 1324560 h 1765601"/>
                <a:gd name="connsiteX9" fmla="*/ 439347 w 871802"/>
                <a:gd name="connsiteY9" fmla="*/ 883084 h 1765601"/>
                <a:gd name="connsiteX10" fmla="*/ 79534 w 871802"/>
                <a:gd name="connsiteY10" fmla="*/ 441608 h 1765601"/>
                <a:gd name="connsiteX11" fmla="*/ 0 w 871802"/>
                <a:gd name="connsiteY11" fmla="*/ 433591 h 1765601"/>
                <a:gd name="connsiteX12" fmla="*/ 0 w 871802"/>
                <a:gd name="connsiteY12" fmla="*/ 0 h 1765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1802" h="1765601">
                  <a:moveTo>
                    <a:pt x="0" y="0"/>
                  </a:moveTo>
                  <a:lnTo>
                    <a:pt x="4988" y="0"/>
                  </a:lnTo>
                  <a:lnTo>
                    <a:pt x="4988" y="822"/>
                  </a:lnTo>
                  <a:lnTo>
                    <a:pt x="79007" y="4559"/>
                  </a:lnTo>
                  <a:cubicBezTo>
                    <a:pt x="524308" y="49782"/>
                    <a:pt x="871802" y="425853"/>
                    <a:pt x="871802" y="883085"/>
                  </a:cubicBezTo>
                  <a:cubicBezTo>
                    <a:pt x="871802" y="1340317"/>
                    <a:pt x="524308" y="1716388"/>
                    <a:pt x="79007" y="1761611"/>
                  </a:cubicBezTo>
                  <a:lnTo>
                    <a:pt x="0" y="1765601"/>
                  </a:lnTo>
                  <a:lnTo>
                    <a:pt x="0" y="1332578"/>
                  </a:lnTo>
                  <a:lnTo>
                    <a:pt x="79534" y="1324560"/>
                  </a:lnTo>
                  <a:cubicBezTo>
                    <a:pt x="284879" y="1282540"/>
                    <a:pt x="439347" y="1100852"/>
                    <a:pt x="439347" y="883084"/>
                  </a:cubicBezTo>
                  <a:cubicBezTo>
                    <a:pt x="439347" y="665317"/>
                    <a:pt x="284879" y="483628"/>
                    <a:pt x="79534" y="441608"/>
                  </a:cubicBezTo>
                  <a:lnTo>
                    <a:pt x="0" y="4335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</p:grpSp>
      <p:sp>
        <p:nvSpPr>
          <p:cNvPr id="36" name="직사각형 35"/>
          <p:cNvSpPr/>
          <p:nvPr/>
        </p:nvSpPr>
        <p:spPr>
          <a:xfrm>
            <a:off x="-1587" y="1647825"/>
            <a:ext cx="25200" cy="1952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 flipH="1">
            <a:off x="752717" y="155432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 flipH="1">
            <a:off x="752717" y="186131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 flipH="1">
            <a:off x="752717" y="216830"/>
            <a:ext cx="108000" cy="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45" name="이등변 삼각형 44"/>
          <p:cNvSpPr/>
          <p:nvPr/>
        </p:nvSpPr>
        <p:spPr>
          <a:xfrm rot="16200000" flipH="1">
            <a:off x="677684" y="171791"/>
            <a:ext cx="50148" cy="45719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4534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0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279</Words>
  <Application>Microsoft Office PowerPoint</Application>
  <PresentationFormat>사용자 지정</PresentationFormat>
  <Paragraphs>117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30_Office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LG</cp:lastModifiedBy>
  <cp:revision>33</cp:revision>
  <dcterms:created xsi:type="dcterms:W3CDTF">2021-02-23T06:53:01Z</dcterms:created>
  <dcterms:modified xsi:type="dcterms:W3CDTF">2022-06-07T01:05:33Z</dcterms:modified>
</cp:coreProperties>
</file>